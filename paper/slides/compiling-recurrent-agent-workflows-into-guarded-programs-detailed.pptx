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Default Extension="xlsx" ContentType="application/vnd.openxmlformats-officedocument.spreadsheetml.sheet"/>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gacsld01"/>
    <p:sldId xmlns:r="http://schemas.openxmlformats.org/officeDocument/2006/relationships" id="257" r:id="Rgacsld02"/>
    <p:sldId xmlns:r="http://schemas.openxmlformats.org/officeDocument/2006/relationships" id="258" r:id="Rgacsld03"/>
    <p:sldId xmlns:r="http://schemas.openxmlformats.org/officeDocument/2006/relationships" id="259" r:id="Rgacsld04"/>
    <p:sldId xmlns:r="http://schemas.openxmlformats.org/officeDocument/2006/relationships" id="260" r:id="Rgacsld05"/>
    <p:sldId xmlns:r="http://schemas.openxmlformats.org/officeDocument/2006/relationships" id="261" r:id="Rgacsld06"/>
    <p:sldId xmlns:r="http://schemas.openxmlformats.org/officeDocument/2006/relationships" id="262" r:id="Rgacsld07"/>
    <p:sldId xmlns:r="http://schemas.openxmlformats.org/officeDocument/2006/relationships" id="263" r:id="Rgacsld08"/>
    <p:sldId xmlns:r="http://schemas.openxmlformats.org/officeDocument/2006/relationships" id="264" r:id="Rgacsld09"/>
    <p:sldId xmlns:r="http://schemas.openxmlformats.org/officeDocument/2006/relationships" id="265" r:id="Rgacsld10"/>
    <p:sldId xmlns:r="http://schemas.openxmlformats.org/officeDocument/2006/relationships" id="266" r:id="Rgacsld11"/>
    <p:sldId xmlns:r="http://schemas.openxmlformats.org/officeDocument/2006/relationships" id="267" r:id="Rgacsld12"/>
    <p:sldId xmlns:r="http://schemas.openxmlformats.org/officeDocument/2006/relationships" id="268" r:id="Rgacsld13"/>
    <p:sldId xmlns:r="http://schemas.openxmlformats.org/officeDocument/2006/relationships" id="269" r:id="Rgacsld14"/>
    <p:sldId xmlns:r="http://schemas.openxmlformats.org/officeDocument/2006/relationships" id="270" r:id="Rgacsld15"/>
    <p:sldId xmlns:r="http://schemas.openxmlformats.org/officeDocument/2006/relationships" id="271" r:id="Rgacsld16"/>
    <p:sldId xmlns:r="http://schemas.openxmlformats.org/officeDocument/2006/relationships" id="272" r:id="Rgacsld17"/>
    <p:sldId xmlns:r="http://schemas.openxmlformats.org/officeDocument/2006/relationships" id="273" r:id="Rgacsld18"/>
    <p:sldId xmlns:r="http://schemas.openxmlformats.org/officeDocument/2006/relationships" id="274" r:id="Rgacsld19"/>
    <p:sldId xmlns:r="http://schemas.openxmlformats.org/officeDocument/2006/relationships" id="275" r:id="Rgacsld20"/>
    <p:sldId xmlns:r="http://schemas.openxmlformats.org/officeDocument/2006/relationships" id="276" r:id="Rgacsld21"/>
    <p:sldId xmlns:r="http://schemas.openxmlformats.org/officeDocument/2006/relationships" id="277" r:id="Rgacsld22"/>
    <p:sldId xmlns:r="http://schemas.openxmlformats.org/officeDocument/2006/relationships" id="278" r:id="Rgacsld23"/>
    <p:sldId xmlns:r="http://schemas.openxmlformats.org/officeDocument/2006/relationships" id="279" r:id="Rgacsld24"/>
    <p:sldId xmlns:r="http://schemas.openxmlformats.org/officeDocument/2006/relationships" id="280" r:id="Rgacsld25"/>
    <p:sldId xmlns:r="http://schemas.openxmlformats.org/officeDocument/2006/relationships" id="281" r:id="Rgacsld2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gacsld01" /><Relationship Type="http://schemas.openxmlformats.org/officeDocument/2006/relationships/slide" Target="/ppt/slides/slide2.xml" Id="Rgacsld02" /><Relationship Type="http://schemas.openxmlformats.org/officeDocument/2006/relationships/slide" Target="/ppt/slides/slide3.xml" Id="Rgacsld03" /><Relationship Type="http://schemas.openxmlformats.org/officeDocument/2006/relationships/slide" Target="/ppt/slides/slide4.xml" Id="Rgacsld04" /><Relationship Type="http://schemas.openxmlformats.org/officeDocument/2006/relationships/slide" Target="/ppt/slides/slide5.xml" Id="Rgacsld05" /><Relationship Type="http://schemas.openxmlformats.org/officeDocument/2006/relationships/slide" Target="/ppt/slides/slide6.xml" Id="Rgacsld06" /><Relationship Type="http://schemas.openxmlformats.org/officeDocument/2006/relationships/slide" Target="/ppt/slides/slide7.xml" Id="Rgacsld07" /><Relationship Type="http://schemas.openxmlformats.org/officeDocument/2006/relationships/slide" Target="/ppt/slides/slide8.xml" Id="Rgacsld08" /><Relationship Type="http://schemas.openxmlformats.org/officeDocument/2006/relationships/slide" Target="/ppt/slides/slide9.xml" Id="Rgacsld09" /><Relationship Type="http://schemas.openxmlformats.org/officeDocument/2006/relationships/slide" Target="/ppt/slides/slide10.xml" Id="Rgacsld10" /><Relationship Type="http://schemas.openxmlformats.org/officeDocument/2006/relationships/slide" Target="/ppt/slides/slide11.xml" Id="Rgacsld11" /><Relationship Type="http://schemas.openxmlformats.org/officeDocument/2006/relationships/slide" Target="/ppt/slides/slide12.xml" Id="Rgacsld12" /><Relationship Type="http://schemas.openxmlformats.org/officeDocument/2006/relationships/slide" Target="/ppt/slides/slide13.xml" Id="Rgacsld13" /><Relationship Type="http://schemas.openxmlformats.org/officeDocument/2006/relationships/slide" Target="/ppt/slides/slide14.xml" Id="Rgacsld14" /><Relationship Type="http://schemas.openxmlformats.org/officeDocument/2006/relationships/slide" Target="/ppt/slides/slide15.xml" Id="Rgacsld15" /><Relationship Type="http://schemas.openxmlformats.org/officeDocument/2006/relationships/slide" Target="/ppt/slides/slide16.xml" Id="Rgacsld16" /><Relationship Type="http://schemas.openxmlformats.org/officeDocument/2006/relationships/slide" Target="/ppt/slides/slide17.xml" Id="Rgacsld17" /><Relationship Type="http://schemas.openxmlformats.org/officeDocument/2006/relationships/slide" Target="/ppt/slides/slide18.xml" Id="Rgacsld18" /><Relationship Type="http://schemas.openxmlformats.org/officeDocument/2006/relationships/slide" Target="/ppt/slides/slide19.xml" Id="Rgacsld19" /><Relationship Type="http://schemas.openxmlformats.org/officeDocument/2006/relationships/slide" Target="/ppt/slides/slide20.xml" Id="Rgacsld20" /><Relationship Type="http://schemas.openxmlformats.org/officeDocument/2006/relationships/slide" Target="/ppt/slides/slide21.xml" Id="Rgacsld21" /><Relationship Type="http://schemas.openxmlformats.org/officeDocument/2006/relationships/slide" Target="/ppt/slides/slide22.xml" Id="Rgacsld22" /><Relationship Type="http://schemas.openxmlformats.org/officeDocument/2006/relationships/slide" Target="/ppt/slides/slide23.xml" Id="Rgacsld23" /><Relationship Type="http://schemas.openxmlformats.org/officeDocument/2006/relationships/slide" Target="/ppt/slides/slide24.xml" Id="Rgacsld24" /><Relationship Type="http://schemas.openxmlformats.org/officeDocument/2006/relationships/slide" Target="/ppt/slides/slide25.xml" Id="Rgacsld25" /><Relationship Type="http://schemas.openxmlformats.org/officeDocument/2006/relationships/slide" Target="/ppt/slides/slide26.xml" Id="Rgacsld26" /></Relationships>
</file>

<file path=ppt/charts/_rels/chart1.xml.rels><?xml version="1.0" encoding="utf-8"?><Relationships xmlns="http://schemas.openxmlformats.org/package/2006/relationships"><Relationship Type="http://schemas.openxmlformats.org/officeDocument/2006/relationships/package" Target="/ppt/embeddings/Microsoft_Excel_Worksheet1.xlsx" Id="rId1" /></Relationships>
</file>

<file path=ppt/charts/_rels/chart2.xml.rels><?xml version="1.0" encoding="utf-8"?><Relationships xmlns="http://schemas.openxmlformats.org/package/2006/relationships"><Relationship Type="http://schemas.openxmlformats.org/officeDocument/2006/relationships/package" Target="/ppt/embeddings/Microsoft_Excel_Worksheet2.xlsx" Id="rId1" /></Relationships>
</file>

<file path=ppt/charts/_rels/chart3.xml.rels><?xml version="1.0" encoding="utf-8"?><Relationships xmlns="http://schemas.openxmlformats.org/package/2006/relationships"><Relationship Type="http://schemas.openxmlformats.org/officeDocument/2006/relationships/package" Target="/ppt/embeddings/Microsoft_Excel_Worksheet3.xlsx" Id="rId1" /></Relationships>
</file>

<file path=ppt/charts/_rels/chart4.xml.rels><?xml version="1.0" encoding="utf-8"?><Relationships xmlns="http://schemas.openxmlformats.org/package/2006/relationships"><Relationship Type="http://schemas.openxmlformats.org/officeDocument/2006/relationships/package" Target="/ppt/embeddings/Microsoft_Excel_Worksheet4.xlsx" Id="rId1" /></Relationships>
</file>

<file path=ppt/charts/_rels/chart5.xml.rels><?xml version="1.0" encoding="utf-8"?><Relationships xmlns="http://schemas.openxmlformats.org/package/2006/relationships"><Relationship Type="http://schemas.openxmlformats.org/officeDocument/2006/relationships/package" Target="/ppt/embeddings/Microsoft_Excel_Worksheet5.xlsx" Id="rId1" /></Relationships>
</file>

<file path=ppt/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gacslide" /><Relationship Type="http://schemas.openxmlformats.org/officeDocument/2006/relationships/notesMaster" Target="/ppt/notesMasters/notesMaster1.xml" Id="Rgacnotesmaster" /></Relationships>
</file>

<file path=ppt/notesSlides/_rels/notesSlide2.xml.rels><?xml version="1.0" encoding="utf-8"?><Relationships xmlns="http://schemas.openxmlformats.org/package/2006/relationships"><Relationship Type="http://schemas.openxmlformats.org/officeDocument/2006/relationships/slide" Target="/ppt/slides/slide2.xml" Id="Rgacslide" /><Relationship Type="http://schemas.openxmlformats.org/officeDocument/2006/relationships/notesMaster" Target="/ppt/notesMasters/notesMaster1.xml" Id="Rgacnotesmaster" /></Relationships>
</file>

<file path=ppt/notesSlides/_rels/notesSlide3.xml.rels><?xml version="1.0" encoding="utf-8"?><Relationships xmlns="http://schemas.openxmlformats.org/package/2006/relationships"><Relationship Type="http://schemas.openxmlformats.org/officeDocument/2006/relationships/slide" Target="/ppt/slides/slide3.xml" Id="Rgacslide" /><Relationship Type="http://schemas.openxmlformats.org/officeDocument/2006/relationships/notesMaster" Target="/ppt/notesMasters/notesMaster1.xml" Id="Rgacnotesmaster" /></Relationships>
</file>

<file path=ppt/notesSlides/_rels/notesSlide4.xml.rels><?xml version="1.0" encoding="utf-8"?><Relationships xmlns="http://schemas.openxmlformats.org/package/2006/relationships"><Relationship Type="http://schemas.openxmlformats.org/officeDocument/2006/relationships/slide" Target="/ppt/slides/slide4.xml" Id="Rgacslide" /><Relationship Type="http://schemas.openxmlformats.org/officeDocument/2006/relationships/notesMaster" Target="/ppt/notesMasters/notesMaster1.xml" Id="Rgacnotesmaster" /></Relationships>
</file>

<file path=ppt/notesSlides/_rels/notesSlide5.xml.rels><?xml version="1.0" encoding="utf-8"?><Relationships xmlns="http://schemas.openxmlformats.org/package/2006/relationships"><Relationship Type="http://schemas.openxmlformats.org/officeDocument/2006/relationships/slide" Target="/ppt/slides/slide5.xml" Id="Rgacslide" /><Relationship Type="http://schemas.openxmlformats.org/officeDocument/2006/relationships/notesMaster" Target="/ppt/notesMasters/notesMaster1.xml" Id="Rgacnotesmaster" /></Relationships>
</file>

<file path=ppt/notesSlides/_rels/notesSlide6.xml.rels><?xml version="1.0" encoding="utf-8"?><Relationships xmlns="http://schemas.openxmlformats.org/package/2006/relationships"><Relationship Type="http://schemas.openxmlformats.org/officeDocument/2006/relationships/slide" Target="/ppt/slides/slide6.xml" Id="Rgacslide" /><Relationship Type="http://schemas.openxmlformats.org/officeDocument/2006/relationships/notesMaster" Target="/ppt/notesMasters/notesMaster1.xml" Id="Rgacnotesmaster" /></Relationships>
</file>

<file path=ppt/notesSlides/_rels/notesSlide7.xml.rels><?xml version="1.0" encoding="utf-8"?><Relationships xmlns="http://schemas.openxmlformats.org/package/2006/relationships"><Relationship Type="http://schemas.openxmlformats.org/officeDocument/2006/relationships/slide" Target="/ppt/slides/slide7.xml" Id="Rgacslide" /><Relationship Type="http://schemas.openxmlformats.org/officeDocument/2006/relationships/notesMaster" Target="/ppt/notesMasters/notesMaster1.xml" Id="Rgacnotesmaster" /></Relationships>
</file>

<file path=ppt/notesSlides/_rels/notesSlide8.xml.rels><?xml version="1.0" encoding="utf-8"?><Relationships xmlns="http://schemas.openxmlformats.org/package/2006/relationships"><Relationship Type="http://schemas.openxmlformats.org/officeDocument/2006/relationships/slide" Target="/ppt/slides/slide8.xml" Id="Rgacslide" /><Relationship Type="http://schemas.openxmlformats.org/officeDocument/2006/relationships/notesMaster" Target="/ppt/notesMasters/notesMaster1.xml" Id="Rgacnotesmaster" /></Relationships>
</file>

<file path=ppt/notesSlides/_rels/notesSlide9.xml.rels><?xml version="1.0" encoding="utf-8"?><Relationships xmlns="http://schemas.openxmlformats.org/package/2006/relationships"><Relationship Type="http://schemas.openxmlformats.org/officeDocument/2006/relationships/slide" Target="/ppt/slides/slide9.xml" Id="Rgacslide" /><Relationship Type="http://schemas.openxmlformats.org/officeDocument/2006/relationships/notesMaster" Target="/ppt/notesMasters/notesMaster1.xml" Id="Rgacnotesmaster" /></Relationships>
</file>

<file path=ppt/notesSlides/_rels/notesSlide10.xml.rels><?xml version="1.0" encoding="utf-8"?><Relationships xmlns="http://schemas.openxmlformats.org/package/2006/relationships"><Relationship Type="http://schemas.openxmlformats.org/officeDocument/2006/relationships/slide" Target="/ppt/slides/slide10.xml" Id="Rgacslide" /><Relationship Type="http://schemas.openxmlformats.org/officeDocument/2006/relationships/notesMaster" Target="/ppt/notesMasters/notesMaster1.xml" Id="Rgacnotesmaster" /></Relationships>
</file>

<file path=ppt/notesSlides/_rels/notesSlide11.xml.rels><?xml version="1.0" encoding="utf-8"?><Relationships xmlns="http://schemas.openxmlformats.org/package/2006/relationships"><Relationship Type="http://schemas.openxmlformats.org/officeDocument/2006/relationships/slide" Target="/ppt/slides/slide11.xml" Id="Rgacslide" /><Relationship Type="http://schemas.openxmlformats.org/officeDocument/2006/relationships/notesMaster" Target="/ppt/notesMasters/notesMaster1.xml" Id="Rgacnotesmaster" /></Relationships>
</file>

<file path=ppt/notesSlides/_rels/notesSlide12.xml.rels><?xml version="1.0" encoding="utf-8"?><Relationships xmlns="http://schemas.openxmlformats.org/package/2006/relationships"><Relationship Type="http://schemas.openxmlformats.org/officeDocument/2006/relationships/slide" Target="/ppt/slides/slide12.xml" Id="Rgacslide" /><Relationship Type="http://schemas.openxmlformats.org/officeDocument/2006/relationships/notesMaster" Target="/ppt/notesMasters/notesMaster1.xml" Id="Rgacnotesmaster" /></Relationships>
</file>

<file path=ppt/notesSlides/_rels/notesSlide13.xml.rels><?xml version="1.0" encoding="utf-8"?><Relationships xmlns="http://schemas.openxmlformats.org/package/2006/relationships"><Relationship Type="http://schemas.openxmlformats.org/officeDocument/2006/relationships/slide" Target="/ppt/slides/slide13.xml" Id="Rgacslide" /><Relationship Type="http://schemas.openxmlformats.org/officeDocument/2006/relationships/notesMaster" Target="/ppt/notesMasters/notesMaster1.xml" Id="Rgacnotesmaster" /></Relationships>
</file>

<file path=ppt/notesSlides/_rels/notesSlide14.xml.rels><?xml version="1.0" encoding="utf-8"?><Relationships xmlns="http://schemas.openxmlformats.org/package/2006/relationships"><Relationship Type="http://schemas.openxmlformats.org/officeDocument/2006/relationships/slide" Target="/ppt/slides/slide14.xml" Id="Rgacslide" /><Relationship Type="http://schemas.openxmlformats.org/officeDocument/2006/relationships/notesMaster" Target="/ppt/notesMasters/notesMaster1.xml" Id="Rgacnotesmaster" /></Relationships>
</file>

<file path=ppt/notesSlides/_rels/notesSlide15.xml.rels><?xml version="1.0" encoding="utf-8"?><Relationships xmlns="http://schemas.openxmlformats.org/package/2006/relationships"><Relationship Type="http://schemas.openxmlformats.org/officeDocument/2006/relationships/slide" Target="/ppt/slides/slide15.xml" Id="Rgacslide" /><Relationship Type="http://schemas.openxmlformats.org/officeDocument/2006/relationships/notesMaster" Target="/ppt/notesMasters/notesMaster1.xml" Id="Rgacnotesmaster" /></Relationships>
</file>

<file path=ppt/notesSlides/_rels/notesSlide16.xml.rels><?xml version="1.0" encoding="utf-8"?><Relationships xmlns="http://schemas.openxmlformats.org/package/2006/relationships"><Relationship Type="http://schemas.openxmlformats.org/officeDocument/2006/relationships/slide" Target="/ppt/slides/slide16.xml" Id="Rgacslide" /><Relationship Type="http://schemas.openxmlformats.org/officeDocument/2006/relationships/notesMaster" Target="/ppt/notesMasters/notesMaster1.xml" Id="Rgacnotesmaster" /></Relationships>
</file>

<file path=ppt/notesSlides/_rels/notesSlide17.xml.rels><?xml version="1.0" encoding="utf-8"?><Relationships xmlns="http://schemas.openxmlformats.org/package/2006/relationships"><Relationship Type="http://schemas.openxmlformats.org/officeDocument/2006/relationships/slide" Target="/ppt/slides/slide17.xml" Id="Rgacslide" /><Relationship Type="http://schemas.openxmlformats.org/officeDocument/2006/relationships/notesMaster" Target="/ppt/notesMasters/notesMaster1.xml" Id="Rgacnotesmaster" /></Relationships>
</file>

<file path=ppt/notesSlides/_rels/notesSlide18.xml.rels><?xml version="1.0" encoding="utf-8"?><Relationships xmlns="http://schemas.openxmlformats.org/package/2006/relationships"><Relationship Type="http://schemas.openxmlformats.org/officeDocument/2006/relationships/slide" Target="/ppt/slides/slide18.xml" Id="Rgacslide" /><Relationship Type="http://schemas.openxmlformats.org/officeDocument/2006/relationships/notesMaster" Target="/ppt/notesMasters/notesMaster1.xml" Id="Rgacnotesmaster" /></Relationships>
</file>

<file path=ppt/notesSlides/_rels/notesSlide19.xml.rels><?xml version="1.0" encoding="utf-8"?><Relationships xmlns="http://schemas.openxmlformats.org/package/2006/relationships"><Relationship Type="http://schemas.openxmlformats.org/officeDocument/2006/relationships/slide" Target="/ppt/slides/slide19.xml" Id="Rgacslide" /><Relationship Type="http://schemas.openxmlformats.org/officeDocument/2006/relationships/notesMaster" Target="/ppt/notesMasters/notesMaster1.xml" Id="Rgacnotesmaster" /></Relationships>
</file>

<file path=ppt/notesSlides/_rels/notesSlide20.xml.rels><?xml version="1.0" encoding="utf-8"?><Relationships xmlns="http://schemas.openxmlformats.org/package/2006/relationships"><Relationship Type="http://schemas.openxmlformats.org/officeDocument/2006/relationships/slide" Target="/ppt/slides/slide20.xml" Id="Rgacslide" /><Relationship Type="http://schemas.openxmlformats.org/officeDocument/2006/relationships/notesMaster" Target="/ppt/notesMasters/notesMaster1.xml" Id="Rgacnotesmaster" /></Relationships>
</file>

<file path=ppt/notesSlides/_rels/notesSlide21.xml.rels><?xml version="1.0" encoding="utf-8"?><Relationships xmlns="http://schemas.openxmlformats.org/package/2006/relationships"><Relationship Type="http://schemas.openxmlformats.org/officeDocument/2006/relationships/slide" Target="/ppt/slides/slide21.xml" Id="Rgacslide" /><Relationship Type="http://schemas.openxmlformats.org/officeDocument/2006/relationships/notesMaster" Target="/ppt/notesMasters/notesMaster1.xml" Id="Rgacnotesmaster" /></Relationships>
</file>

<file path=ppt/notesSlides/_rels/notesSlide22.xml.rels><?xml version="1.0" encoding="utf-8"?><Relationships xmlns="http://schemas.openxmlformats.org/package/2006/relationships"><Relationship Type="http://schemas.openxmlformats.org/officeDocument/2006/relationships/slide" Target="/ppt/slides/slide22.xml" Id="Rgacslide" /><Relationship Type="http://schemas.openxmlformats.org/officeDocument/2006/relationships/notesMaster" Target="/ppt/notesMasters/notesMaster1.xml" Id="Rgacnotesmaster" /></Relationships>
</file>

<file path=ppt/notesSlides/_rels/notesSlide23.xml.rels><?xml version="1.0" encoding="utf-8"?><Relationships xmlns="http://schemas.openxmlformats.org/package/2006/relationships"><Relationship Type="http://schemas.openxmlformats.org/officeDocument/2006/relationships/slide" Target="/ppt/slides/slide23.xml" Id="Rgacslide" /><Relationship Type="http://schemas.openxmlformats.org/officeDocument/2006/relationships/notesMaster" Target="/ppt/notesMasters/notesMaster1.xml" Id="Rgacnotesmaster" /></Relationships>
</file>

<file path=ppt/notesSlides/_rels/notesSlide24.xml.rels><?xml version="1.0" encoding="utf-8"?><Relationships xmlns="http://schemas.openxmlformats.org/package/2006/relationships"><Relationship Type="http://schemas.openxmlformats.org/officeDocument/2006/relationships/slide" Target="/ppt/slides/slide24.xml" Id="Rgacslide" /><Relationship Type="http://schemas.openxmlformats.org/officeDocument/2006/relationships/notesMaster" Target="/ppt/notesMasters/notesMaster1.xml" Id="Rgacnotesmaster" /></Relationships>
</file>

<file path=ppt/notesSlides/_rels/notesSlide25.xml.rels><?xml version="1.0" encoding="utf-8"?><Relationships xmlns="http://schemas.openxmlformats.org/package/2006/relationships"><Relationship Type="http://schemas.openxmlformats.org/officeDocument/2006/relationships/slide" Target="/ppt/slides/slide25.xml" Id="Rgacslide" /><Relationship Type="http://schemas.openxmlformats.org/officeDocument/2006/relationships/notesMaster" Target="/ppt/notesMasters/notesMaster1.xml" Id="Rgacnotesmaster" /></Relationships>
</file>

<file path=ppt/notesSlides/_rels/notesSlide26.xml.rels><?xml version="1.0" encoding="utf-8"?><Relationships xmlns="http://schemas.openxmlformats.org/package/2006/relationships"><Relationship Type="http://schemas.openxmlformats.org/officeDocument/2006/relationships/slide" Target="/ppt/slides/slide26.xml" Id="Rgacslide" /><Relationship Type="http://schemas.openxmlformats.org/officeDocument/2006/relationships/notesMaster" Target="/ppt/notesMasters/notesMaster1.xml" Id="Rgacnotesmaster"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Everything before this slide is motivation; everything after it is the formal problem, stated narrowly enough to be refutable.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The method act. If a reviewer only remembers one thing from it, make it that every stage can return Retire with an attributed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From here on every number is paired with what it does not establish; that pairing is the point of the tier ordering.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xml" Id="Rgacnotes" /></Relationships>
</file>

<file path=ppt/slides/_rels/slide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xml" Id="Rgacnotes" /></Relationships>
</file>

<file path=ppt/slides/_rels/slide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3.xml" Id="Rgacnotes" /></Relationships>
</file>

<file path=ppt/slides/_rels/slide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4.xml" Id="Rgacnotes" /></Relationships>
</file>

<file path=ppt/slides/_rels/slide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5.xml" Id="Rgacnotes" /></Relationships>
</file>

<file path=ppt/slides/_rels/slide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6.xml" Id="Rgacnotes" /></Relationships>
</file>

<file path=ppt/slides/_rels/slide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7.xml" Id="Rgacnotes" /></Relationships>
</file>

<file path=ppt/slides/_rels/slide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8.xml" Id="Rgacnotes" /></Relationships>
</file>

<file path=ppt/slides/_rels/slide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9.xml" Id="Rgacnotes" /></Relationships>
</file>

<file path=ppt/slides/_rels/slide1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0.xml" Id="Rgacnotes" /></Relationships>
</file>

<file path=ppt/slides/_rels/slide1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1.xml" Id="Rgacnotes" /></Relationships>
</file>

<file path=ppt/slides/_rels/slide1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2.xml" Id="Rgacnotes" /></Relationships>
</file>

<file path=ppt/slides/_rels/slide1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3.xml" Id="Rgacnotes" /></Relationships>
</file>

<file path=ppt/slides/_rels/slide1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4.xml" Id="Rgacnotes" /></Relationships>
</file>

<file path=ppt/slides/_rels/slide1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5.xml" Id="Rgacnotes" /></Relationships>
</file>

<file path=ppt/slides/_rels/slide1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6.xml" Id="Rgacnotes" /></Relationships>
</file>

<file path=ppt/slides/_rels/slide1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1.xml" Id="Ra5a344bc25c34004" /><Relationship Type="http://schemas.openxmlformats.org/officeDocument/2006/relationships/notesSlide" Target="/ppt/notesSlides/notesSlide17.xml" Id="Rgacnotes" /></Relationships>
</file>

<file path=ppt/slides/_rels/slide1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2.xml" Id="R4da551d5950f48b5" /><Relationship Type="http://schemas.openxmlformats.org/officeDocument/2006/relationships/notesSlide" Target="/ppt/notesSlides/notesSlide18.xml" Id="Rgacnotes" /></Relationships>
</file>

<file path=ppt/slides/_rels/slide1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3.xml" Id="Rb85f43d5fcbc4331" /><Relationship Type="http://schemas.openxmlformats.org/officeDocument/2006/relationships/notesSlide" Target="/ppt/notesSlides/notesSlide19.xml" Id="Rgacnotes" /></Relationships>
</file>

<file path=ppt/slides/_rels/slide2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0.xml" Id="Rgacnotes" /></Relationships>
</file>

<file path=ppt/slides/_rels/slide2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4.xml" Id="R2d8e65cbda95494b" /><Relationship Type="http://schemas.openxmlformats.org/officeDocument/2006/relationships/notesSlide" Target="/ppt/notesSlides/notesSlide21.xml" Id="Rgacnotes" /></Relationships>
</file>

<file path=ppt/slides/_rels/slide2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2.xml" Id="Rgacnotes" /></Relationships>
</file>

<file path=ppt/slides/_rels/slide2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3.xml" Id="Rgacnotes" /></Relationships>
</file>

<file path=ppt/slides/_rels/slide2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5.xml" Id="R51c0446875b84944" /><Relationship Type="http://schemas.openxmlformats.org/officeDocument/2006/relationships/notesSlide" Target="/ppt/notesSlides/notesSlide24.xml" Id="Rgacnotes" /></Relationships>
</file>

<file path=ppt/slides/_rels/slide2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5.xml" Id="Rgacnotes" /></Relationships>
</file>

<file path=ppt/slides/_rels/slide2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6.xml" Id="Rgacnotes" /></Relationships>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220">
                <a:solidFill>
                  <a:srgbClr val="56B3BE"/>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BD0D6"/>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3597C"/>
                </a:solidFill>
                <a:latin typeface="Calibri"/>
                <a:ea typeface="Calibri"/>
                <a:cs typeface="Calibri"/>
              </a:rPr>
              <a:t>Prepared for engineering leadership  ·  JazzX AI  ·  August 2026</a:t>
            </a:r>
          </a:p>
        </p:txBody>
      </p:sp>
      <p:sp>
        <p:nvSpPr>
          <p:cNvPr id="200" name="Shape 200"/>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THE SHORT VERSION  ·  §1</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not permission</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E1E3A"/>
                </a:solidFill>
                <a:latin typeface="Calibri"/>
                <a:ea typeface="Calibri"/>
                <a:cs typeface="Calibri"/>
              </a:rPr>
              <a:t>GAC supplies the missing admission argument: </a:t>
            </a:r>
            <a:r>
              <a:rPr sz="1400" b="1">
                <a:solidFill>
                  <a:srgbClr val="0E1E3A"/>
                </a:solidFill>
                <a:latin typeface="Calibri"/>
                <a:ea typeface="Calibri"/>
                <a:cs typeface="Calibri"/>
              </a:rPr>
              <a:t>typed value provenance, effect barriers, empirical contracts, and a finite-sample risk gate. </a:t>
            </a:r>
            <a:r>
              <a:rPr sz="1400">
                <a:solidFill>
                  <a:srgbClr val="0E1E3A"/>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a="http://schemas.openxmlformats.org/drawingml/2006/main" xmlns:r="http://schemas.openxmlformats.org/officeDocument/2006/relationships" xmlns:p="http://schemas.openxmlformats.org/presentationml/2006/main">
  <p:cSld name="Divider 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3</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Where a mature agent spends model calls, why recurrence alone cannot license removing them, and the narrow question this paper answers.</a:t>
            </a:r>
            <a:endParaRPr lang="en-US" sz="1350" dirty="0"/>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§1</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model calls, three already decided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93B2B"/>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WHY THIS IS NOT CACHING  ·  §1 AND §2.1</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hazards a cache cannot see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E1E3A"/>
                </a:solidFill>
                <a:latin typeface="Calibri"/>
                <a:ea typeface="Calibri"/>
                <a:cs typeface="Calibri"/>
              </a:rPr>
              <a:t>Deleting a model decision is a semantic change, not a memoization. </a:t>
            </a:r>
            <a:r>
              <a:rPr sz="1350">
                <a:solidFill>
                  <a:srgbClr val="24354F"/>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SCOPE  ·  §1</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FORMULATION  ·  §2.1–2.2</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Guarded specialization, defined</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libri"/>
                <a:ea typeface="Calibri"/>
                <a:cs typeface="Calibri"/>
              </a:rPr>
              <a:t>Compaction</a:t>
            </a:r>
            <a:r>
              <a:rPr sz="1350">
                <a:solidFill>
                  <a:srgbClr val="24354F"/>
                </a:solidFill>
                <a:latin typeface="Calibri"/>
                <a:ea typeface="Calibri"/>
                <a:cs typeface="Calibri"/>
              </a:rPr>
              <a:t> names the mechanism; </a:t>
            </a:r>
            <a:r>
              <a:rPr sz="1350" b="1">
                <a:solidFill>
                  <a:srgbClr val="0E1E3A"/>
                </a:solidFill>
                <a:latin typeface="Calibri"/>
                <a:ea typeface="Calibri"/>
                <a:cs typeface="Calibri"/>
              </a:rPr>
              <a:t>specialization</a:t>
            </a:r>
            <a:r>
              <a:rPr sz="1350">
                <a:solidFill>
                  <a:srgbClr val="24354F"/>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8.xml><?xml version="1.0" encoding="utf-8"?>
<p:sld xmlns:a="http://schemas.openxmlformats.org/drawingml/2006/main" xmlns:r="http://schemas.openxmlformats.org/officeDocument/2006/relationships" xmlns:p="http://schemas.openxmlformats.org/presentationml/2006/main">
  <p:cSld name="Divider 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Capture offline, compile offline, dispatch at the entry boundary — six independent rejection points, with refusal as the default output.</a:t>
            </a:r>
            <a:endParaRPr lang="en-US" sz="1350" dirty="0"/>
          </a:p>
        </p:txBody>
      </p:sp>
    </p:spTree>
  </p:cSld>
  <p:clrMapOvr>
    <a:masterClrMapping/>
  </p:clrMapOvr>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ARCHITECTURE  ·  FIGURE 6</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Capture, compile, dispatch at the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C4034"/>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E1E3A"/>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2  ·  ALGORITHM 2 (BUILDPATG)</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No witness means a real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in candidate set</a:t>
            </a:r>
          </a:p>
          <a:p xmlns:a="http://schemas.openxmlformats.org/drawingml/2006/main">
            <a:pPr marL="0" indent="0">
              <a:lnSpc>
                <a:spcPct val="100000"/>
              </a:lnSpc>
              <a:buNone/>
            </a:pPr>
            <a:r>
              <a:rPr sz="1050">
                <a:solidFill>
                  <a:srgbClr val="5A6B84"/>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uniquely resolved</a:t>
            </a:r>
          </a:p>
          <a:p xmlns:a="http://schemas.openxmlformats.org/drawingml/2006/main">
            <a:pPr marL="0" indent="0">
              <a:lnSpc>
                <a:spcPct val="100000"/>
              </a:lnSpc>
              <a:buNone/>
            </a:pPr>
            <a:r>
              <a:rPr sz="1050">
                <a:solidFill>
                  <a:srgbClr val="5A6B84"/>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ambiguous</a:t>
            </a:r>
          </a:p>
          <a:p xmlns:a="http://schemas.openxmlformats.org/drawingml/2006/main">
            <a:pPr marL="0" indent="0">
              <a:lnSpc>
                <a:spcPct val="100000"/>
              </a:lnSpc>
              <a:buNone/>
            </a:pPr>
            <a:r>
              <a:rPr sz="1050">
                <a:solidFill>
                  <a:srgbClr val="5A6B84"/>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no candidate</a:t>
            </a:r>
          </a:p>
          <a:p xmlns:a="http://schemas.openxmlformats.org/drawingml/2006/main">
            <a:pPr marL="0" indent="0">
              <a:lnSpc>
                <a:spcPct val="100000"/>
              </a:lnSpc>
              <a:buNone/>
            </a:pPr>
            <a:r>
              <a:rPr sz="1050">
                <a:solidFill>
                  <a:srgbClr val="5A6B84"/>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candidate-edge</a:t>
            </a:r>
          </a:p>
          <a:p xmlns:a="http://schemas.openxmlformats.org/drawingml/2006/main">
            <a:pPr marL="0" indent="0">
              <a:lnSpc>
                <a:spcPct val="100000"/>
              </a:lnSpc>
              <a:buNone/>
            </a:pPr>
            <a:r>
              <a:rPr sz="1050">
                <a:solidFill>
                  <a:srgbClr val="5A6B84"/>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RUNTIME  ·  §3.8 AND ALGORITHM 4</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artifact usually declines to run</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DISPATCH IS SELECTIVE — SIX CHECKS, THEN ONE OF THREE OUTCOMES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F8A99"/>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E1E3A"/>
                </a:solidFill>
                <a:latin typeface="Cambria"/>
                <a:ea typeface="Cambria"/>
                <a:cs typeface="Cambria"/>
              </a:rPr>
              <a:t>n</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93B2B"/>
                </a:solidFill>
                <a:latin typeface="Cambria"/>
                <a:ea typeface="Cambria"/>
                <a:cs typeface="Cambria"/>
              </a:rPr>
              <a:t>n</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 failed abort, failed commit, or post-commit failure — reversibility cannot be attested, so no rollback is feigned.</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E1E3A"/>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6  ·  §3.6 AND ALGORITHM 3</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An exact gate is a data-hungry gate</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score model and the eleven-threshold grid are frozen before any calibration group is seen — the score fitted on development groups only. That is what makes a union bound legitimate.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For each threshold the compiler counts dispatched groups that were wrong,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C4034"/>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F8A99"/>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E1E3A"/>
                </a:solidFill>
                <a:latin typeface="Calibri"/>
                <a:ea typeface="Calibri"/>
                <a:cs typeface="Calibri"/>
              </a:rPr>
              <a:t>Independence is load-bearing. </a:t>
            </a:r>
            <a:r>
              <a:rPr sz="1200">
                <a:solidFill>
                  <a:srgbClr val="24354F"/>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3  ·  §3.1–3.2</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Decline before you build</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E1E3A"/>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A6B84"/>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4354F"/>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E1E3A"/>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F8A99"/>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A6B84"/>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5.xml><?xml version="1.0" encoding="utf-8"?>
<p:sld xmlns:a="http://schemas.openxmlformats.org/drawingml/2006/main" xmlns:r="http://schemas.openxmlformats.org/officeDocument/2006/relationships" xmlns:p="http://schemas.openxmlformats.org/presentationml/2006/main">
  <p:cSld name="Divider I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evidence tiers, six directional hypotheses, and every result reported with its denominator and its refusals intact.</a:t>
            </a:r>
            <a:endParaRPr lang="en-US" sz="1350" dirty="0"/>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METHODOLOGY  ·  §4.1  ·  TABLE 5</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tiers, ordered by what they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libri"/>
                <a:ea typeface="Calibri"/>
                <a:cs typeface="Calibri"/>
              </a:rPr>
              <a:t>Every rejected candidate, the archived failed pilot, and the unsupported claims are retained rather than pruned </a:t>
            </a:r>
            <a:r>
              <a:rPr sz="1250">
                <a:solidFill>
                  <a:srgbClr val="24354F"/>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9</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full trace repeats; the boundary does not</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 real GitHub trace looks like an obvious macro:</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 #6602: record → labels → comments(limit=3)</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45/45 tool replays; issue #6602 loses its Markdown URL.</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93B2B"/>
                </a:solidFill>
                <a:latin typeface="Calibri"/>
                <a:ea typeface="Calibri"/>
                <a:cs typeface="Calibri"/>
              </a:rPr>
              <a:t>Naive rule: recurrence + replay + one request → ship.</a:t>
            </a:r>
            <a:r>
              <a:rPr sz="1200">
                <a:solidFill>
                  <a:srgbClr val="5C4034"/>
                </a:solidFill>
                <a:latin typeface="Calibri"/>
                <a:ea typeface="Calibri"/>
                <a:cs typeface="Calibri"/>
              </a:rPr>
              <a:t>GAC: ungroundable comments limit → keep comments and rendering with the agent.</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132</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discovery traces</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116</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full-candidate support windows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92 / 92</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GAC calibration groups</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18 / 18</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checked-rendered answers</a:t>
            </a:r>
          </a:p>
        </p:txBody>
      </p:sp>
    </p:spTree>
    <p:extLst>
      <p:ext uri="{BB962C8B-B14F-4D97-AF65-F5344CB8AC3E}">
        <p14:creationId xmlns:p14="http://schemas.microsoft.com/office/powerpoint/2010/main" val="1385376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RQ6  ·  §5.2  ·  TABLE 7</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not dominance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00" b="1">
                <a:solidFill>
                  <a:srgbClr val="A93B2B"/>
                </a:solidFill>
                <a:latin typeface="Calibri"/>
                <a:ea typeface="Calibri"/>
                <a:cs typeface="Calibri"/>
              </a:rPr>
              <a:t>The two new families compile verified three-read pre-model programs; the original issue family retains its conservative two-read prefix. Headroom on the two fixed cohorts attempted 240 model-visible JSON payloads, transformed zero, and saved zero tokens: a boundary-specific negative result, not a rival mechanism for GAC's savings. The study changes decision and tools,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8</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DEPTH TRADE-OFF  ·  §5.3  ·  TABLES 8 AND 9</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Deeper compilation costs preservation</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RQ4  ·  §5.4  ·  FIGURE 18</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Token saving is not cost saving</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4354F"/>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COMPARATOR THAT MATTERS  ·  §5.6  ·  TABLE 10</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Before GCS, the hand macro wins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150">
                <a:solidFill>
                  <a:srgbClr val="24354F"/>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Tier-1 support evidence gathering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0.726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0.755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Permissioned RAG knowledge assistant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0.335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0.718</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Multi-agent incident triage</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0.922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0.780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Multi-tenant MCP ops (negative control)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0.724</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1.000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Order-fulfillment exception handling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0.661</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0.642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A6B84"/>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Live confirmation: </a:t>
            </a:r>
            <a:r>
              <a:rPr sz="1200">
                <a:solidFill>
                  <a:srgbClr val="24354F"/>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FAIR PLACEMENT AND BOUNDED GEPA  ·  §5.7–5.8  ·  TABLES 12 AND 13</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Unchanged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GEPA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GCS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GCS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Manual pre-model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RQ5  ·  §3.7 AND §5.9  ·  TABLE 17</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Only measured actions get compared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F8A99"/>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Five claims the evidence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On the sealed artifact every threshold below 0.14 admits nothing and above it admits all 92, zero violations throughout. A pre-registered study since ran a support-only comparator (alpha=1, otherwise identical) on four repositories, 240 held-out pairs, and found the same all-or-none threshold everywhere: confirmed, not resolved, and still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56B3BE"/>
                </a:solidFill>
                <a:latin typeface="Calibri"/>
                <a:ea typeface="Calibri"/>
                <a:cs typeface="Calibri"/>
              </a:rPr>
              <a:t>CONCLUSION  ·  §9</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optimizer by what it refuses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3597C"/>
                </a:solidFill>
                <a:latin typeface="Calibri"/>
                <a:ea typeface="Calibri"/>
                <a:cs typeface="Calibri"/>
              </a:rPr>
              <a:t>From Traces to Guarded Programs: Evidence-Gated Compilation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2026-08-07T04:35:21.7750000Z</dcterms:created>
  <dcterms:modified xsi:type="dcterms:W3CDTF">2026-08-07T04:35:21.7750000Z</dcterms:modified>
</coreProperties>
</file>