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3.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4.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5.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2835654cca8476e" /><Relationship Type="http://schemas.openxmlformats.org/officeDocument/2006/relationships/extended-properties" Target="/docProps/app.xml" Id="Reb873936e1a54f72" /><Relationship Type="http://schemas.openxmlformats.org/officeDocument/2006/relationships/officeDocument" Target="/ppt/presentation.xml" Id="R2081e1e2c0ea411f" /></Relationships>
</file>

<file path=ppt/presentation.xml><?xml version="1.0" encoding="utf-8"?>
<p:presentation xmlns:p="http://schemas.openxmlformats.org/presentationml/2006/main">
  <p:sldMasterIdLst>
    <p:sldMasterId xmlns:r="http://schemas.openxmlformats.org/officeDocument/2006/relationships" id="2147483648" r:id="R2917628162914d1e"/>
  </p:sldMasterIdLst>
  <p:notesMasterIdLst>
    <p:notesMasterId xmlns:r="http://schemas.openxmlformats.org/officeDocument/2006/relationships" r:id="R51155b39e1c743b9"/>
  </p:notesMasterIdLst>
  <p:sldIdLst>
    <p:sldId xmlns:r="http://schemas.openxmlformats.org/officeDocument/2006/relationships" id="256" r:id="R7b200759591140a4"/>
    <p:sldId xmlns:r="http://schemas.openxmlformats.org/officeDocument/2006/relationships" id="257" r:id="Rcdd073d1231e447e"/>
    <p:sldId xmlns:r="http://schemas.openxmlformats.org/officeDocument/2006/relationships" id="258" r:id="R2f3fb017e8f44618"/>
    <p:sldId xmlns:r="http://schemas.openxmlformats.org/officeDocument/2006/relationships" id="259" r:id="R19ad41f41c4d4b4b"/>
    <p:sldId xmlns:r="http://schemas.openxmlformats.org/officeDocument/2006/relationships" id="260" r:id="Rb66844644b5a403e"/>
    <p:sldId xmlns:r="http://schemas.openxmlformats.org/officeDocument/2006/relationships" id="261" r:id="Ra97694e12af44b92"/>
    <p:sldId xmlns:r="http://schemas.openxmlformats.org/officeDocument/2006/relationships" id="262" r:id="Ra9ce098ec7d0422c"/>
    <p:sldId xmlns:r="http://schemas.openxmlformats.org/officeDocument/2006/relationships" id="263" r:id="R08f1a90d97044bb6"/>
    <p:sldId xmlns:r="http://schemas.openxmlformats.org/officeDocument/2006/relationships" id="264" r:id="R5b79bf1e2fe844f0"/>
    <p:sldId xmlns:r="http://schemas.openxmlformats.org/officeDocument/2006/relationships" id="265" r:id="R34e6cc880a904674"/>
    <p:sldId xmlns:r="http://schemas.openxmlformats.org/officeDocument/2006/relationships" id="266" r:id="R0891b48b0fb741ec"/>
    <p:sldId xmlns:r="http://schemas.openxmlformats.org/officeDocument/2006/relationships" id="267" r:id="R472ae0aeff474ef4"/>
    <p:sldId xmlns:r="http://schemas.openxmlformats.org/officeDocument/2006/relationships" id="268" r:id="Ra2b45d4f686c482c"/>
    <p:sldId xmlns:r="http://schemas.openxmlformats.org/officeDocument/2006/relationships" id="269" r:id="R22662b8bd250428f"/>
    <p:sldId xmlns:r="http://schemas.openxmlformats.org/officeDocument/2006/relationships" id="270" r:id="R5cf9ef7b20ca405f"/>
    <p:sldId xmlns:r="http://schemas.openxmlformats.org/officeDocument/2006/relationships" id="271" r:id="R7a78c30dd57a440c"/>
    <p:sldId xmlns:r="http://schemas.openxmlformats.org/officeDocument/2006/relationships" id="272" r:id="Rce313349cf3245a1"/>
    <p:sldId xmlns:r="http://schemas.openxmlformats.org/officeDocument/2006/relationships" id="273" r:id="R76148ec7f38e46d3"/>
    <p:sldId xmlns:r="http://schemas.openxmlformats.org/officeDocument/2006/relationships" id="274" r:id="R748f5cf51c074193"/>
    <p:sldId xmlns:r="http://schemas.openxmlformats.org/officeDocument/2006/relationships" id="275" r:id="R4425bde99f874ad8"/>
    <p:sldId xmlns:r="http://schemas.openxmlformats.org/officeDocument/2006/relationships" id="276" r:id="R687d7ef8eb0c4c16"/>
    <p:sldId xmlns:r="http://schemas.openxmlformats.org/officeDocument/2006/relationships" id="277" r:id="R456f80bb21bd41a5"/>
    <p:sldId xmlns:r="http://schemas.openxmlformats.org/officeDocument/2006/relationships" id="278" r:id="Rc5f5e43c2a30464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2917628162914d1e" /><Relationship Type="http://schemas.openxmlformats.org/officeDocument/2006/relationships/theme" Target="/ppt/theme/theme1.xml" Id="Ra96554edf4d64397" /><Relationship Type="http://schemas.openxmlformats.org/officeDocument/2006/relationships/notesMaster" Target="/ppt/notesMasters/notesMaster1.xml" Id="R51155b39e1c743b9" /><Relationship Type="http://schemas.openxmlformats.org/officeDocument/2006/relationships/presProps" Target="/ppt/presProps.xml" Id="Ra88a4e7effcb43b5" /><Relationship Type="http://schemas.openxmlformats.org/officeDocument/2006/relationships/viewProps" Target="/ppt/viewProps.xml" Id="Rf003852627ed4950" /><Relationship Type="http://schemas.openxmlformats.org/officeDocument/2006/relationships/tableStyles" Target="/ppt/tableStyles.xml" Id="R1c656450551a4ff5" /><Relationship Type="http://schemas.openxmlformats.org/officeDocument/2006/relationships/slide" Target="/ppt/slides/slide1.xml" Id="R7b200759591140a4" /><Relationship Type="http://schemas.openxmlformats.org/officeDocument/2006/relationships/slide" Target="/ppt/slides/slide2.xml" Id="Rcdd073d1231e447e" /><Relationship Type="http://schemas.openxmlformats.org/officeDocument/2006/relationships/slide" Target="/ppt/slides/slide3.xml" Id="R2f3fb017e8f44618" /><Relationship Type="http://schemas.openxmlformats.org/officeDocument/2006/relationships/slide" Target="/ppt/slides/slide4.xml" Id="R19ad41f41c4d4b4b" /><Relationship Type="http://schemas.openxmlformats.org/officeDocument/2006/relationships/slide" Target="/ppt/slides/slide5.xml" Id="Rb66844644b5a403e" /><Relationship Type="http://schemas.openxmlformats.org/officeDocument/2006/relationships/slide" Target="/ppt/slides/slide6.xml" Id="Ra97694e12af44b92" /><Relationship Type="http://schemas.openxmlformats.org/officeDocument/2006/relationships/slide" Target="/ppt/slides/slide7.xml" Id="Ra9ce098ec7d0422c" /><Relationship Type="http://schemas.openxmlformats.org/officeDocument/2006/relationships/slide" Target="/ppt/slides/slide8.xml" Id="R08f1a90d97044bb6" /><Relationship Type="http://schemas.openxmlformats.org/officeDocument/2006/relationships/slide" Target="/ppt/slides/slide9.xml" Id="R5b79bf1e2fe844f0" /><Relationship Type="http://schemas.openxmlformats.org/officeDocument/2006/relationships/slide" Target="/ppt/slides/slide10.xml" Id="R34e6cc880a904674" /><Relationship Type="http://schemas.openxmlformats.org/officeDocument/2006/relationships/slide" Target="/ppt/slides/slide11.xml" Id="R0891b48b0fb741ec" /><Relationship Type="http://schemas.openxmlformats.org/officeDocument/2006/relationships/slide" Target="/ppt/slides/slide12.xml" Id="R472ae0aeff474ef4" /><Relationship Type="http://schemas.openxmlformats.org/officeDocument/2006/relationships/slide" Target="/ppt/slides/slide13.xml" Id="Ra2b45d4f686c482c" /><Relationship Type="http://schemas.openxmlformats.org/officeDocument/2006/relationships/slide" Target="/ppt/slides/slide14.xml" Id="R22662b8bd250428f" /><Relationship Type="http://schemas.openxmlformats.org/officeDocument/2006/relationships/slide" Target="/ppt/slides/slide15.xml" Id="R5cf9ef7b20ca405f" /><Relationship Type="http://schemas.openxmlformats.org/officeDocument/2006/relationships/slide" Target="/ppt/slides/slide16.xml" Id="R7a78c30dd57a440c" /><Relationship Type="http://schemas.openxmlformats.org/officeDocument/2006/relationships/slide" Target="/ppt/slides/slide17.xml" Id="Rce313349cf3245a1" /><Relationship Type="http://schemas.openxmlformats.org/officeDocument/2006/relationships/slide" Target="/ppt/slides/slide18.xml" Id="R76148ec7f38e46d3" /><Relationship Type="http://schemas.openxmlformats.org/officeDocument/2006/relationships/slide" Target="/ppt/slides/slide19.xml" Id="R748f5cf51c074193" /><Relationship Type="http://schemas.openxmlformats.org/officeDocument/2006/relationships/slide" Target="/ppt/slides/slide20.xml" Id="R4425bde99f874ad8" /><Relationship Type="http://schemas.openxmlformats.org/officeDocument/2006/relationships/slide" Target="/ppt/slides/slide21.xml" Id="R687d7ef8eb0c4c16" /><Relationship Type="http://schemas.openxmlformats.org/officeDocument/2006/relationships/slide" Target="/ppt/slides/slide22.xml" Id="R456f80bb21bd41a5" /><Relationship Type="http://schemas.openxmlformats.org/officeDocument/2006/relationships/slide" Target="/ppt/slides/slide23.xml" Id="Rc5f5e43c2a30464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197fc65658094b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93418188d540fa" /><Relationship Type="http://schemas.openxmlformats.org/officeDocument/2006/relationships/notesMaster" Target="/ppt/notesMasters/notesMaster1.xml" Id="Rf5e5a771dc1b40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55081728f7487d" /><Relationship Type="http://schemas.openxmlformats.org/officeDocument/2006/relationships/notesMaster" Target="/ppt/notesMasters/notesMaster1.xml" Id="R7b151d5e3a5145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89608934ea48d3" /><Relationship Type="http://schemas.openxmlformats.org/officeDocument/2006/relationships/notesMaster" Target="/ppt/notesMasters/notesMaster1.xml" Id="R7fb717a74e1a47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f36213fed04544" /><Relationship Type="http://schemas.openxmlformats.org/officeDocument/2006/relationships/notesMaster" Target="/ppt/notesMasters/notesMaster1.xml" Id="R5305e05a08e144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183afc431b4153" /><Relationship Type="http://schemas.openxmlformats.org/officeDocument/2006/relationships/notesMaster" Target="/ppt/notesMasters/notesMaster1.xml" Id="Rb2c61fffc09e4ed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14753c86fb49b5" /><Relationship Type="http://schemas.openxmlformats.org/officeDocument/2006/relationships/notesMaster" Target="/ppt/notesMasters/notesMaster1.xml" Id="Rbae430cacff9456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ca1de829ed4705" /><Relationship Type="http://schemas.openxmlformats.org/officeDocument/2006/relationships/notesMaster" Target="/ppt/notesMasters/notesMaster1.xml" Id="R6f2495bdafe84e05"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0d3eb79f5e43d9" /><Relationship Type="http://schemas.openxmlformats.org/officeDocument/2006/relationships/notesMaster" Target="/ppt/notesMasters/notesMaster1.xml" Id="R2c5dc494bbb043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7a247e40ad4201" /><Relationship Type="http://schemas.openxmlformats.org/officeDocument/2006/relationships/notesMaster" Target="/ppt/notesMasters/notesMaster1.xml" Id="Ra1b931a731a5457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e8a4770b8274470" /><Relationship Type="http://schemas.openxmlformats.org/officeDocument/2006/relationships/notesMaster" Target="/ppt/notesMasters/notesMaster1.xml" Id="Ra0118e45662f42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9941b102304fa9" /><Relationship Type="http://schemas.openxmlformats.org/officeDocument/2006/relationships/notesMaster" Target="/ppt/notesMasters/notesMaster1.xml" Id="Rbb26de3201eb4b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58f68f8f8c44ad" /><Relationship Type="http://schemas.openxmlformats.org/officeDocument/2006/relationships/notesMaster" Target="/ppt/notesMasters/notesMaster1.xml" Id="R33c1ad9016c146f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84fc82e0d574d9e" /><Relationship Type="http://schemas.openxmlformats.org/officeDocument/2006/relationships/notesMaster" Target="/ppt/notesMasters/notesMaster1.xml" Id="R7ea651ce3e484c7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752766e17746cb" /><Relationship Type="http://schemas.openxmlformats.org/officeDocument/2006/relationships/notesMaster" Target="/ppt/notesMasters/notesMaster1.xml" Id="Rd4a211c758574ab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4da47a56bcb457f" /><Relationship Type="http://schemas.openxmlformats.org/officeDocument/2006/relationships/notesMaster" Target="/ppt/notesMasters/notesMaster1.xml" Id="Re374e074678d458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1728efaab3482a" /><Relationship Type="http://schemas.openxmlformats.org/officeDocument/2006/relationships/notesMaster" Target="/ppt/notesMasters/notesMaster1.xml" Id="Ra08e6fbf5cba45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959dee8e1ee472a" /><Relationship Type="http://schemas.openxmlformats.org/officeDocument/2006/relationships/notesMaster" Target="/ppt/notesMasters/notesMaster1.xml" Id="Re4c697452dcf47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2716890056d4896" /><Relationship Type="http://schemas.openxmlformats.org/officeDocument/2006/relationships/notesMaster" Target="/ppt/notesMasters/notesMaster1.xml" Id="R9443f9ebd50e4f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025880c21b4329" /><Relationship Type="http://schemas.openxmlformats.org/officeDocument/2006/relationships/notesMaster" Target="/ppt/notesMasters/notesMaster1.xml" Id="R4de29f5d85ee43c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1b0e86f107847e2" /><Relationship Type="http://schemas.openxmlformats.org/officeDocument/2006/relationships/notesMaster" Target="/ppt/notesMasters/notesMaster1.xml" Id="R23cdccdb22ab42b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0f6246254c94565" /><Relationship Type="http://schemas.openxmlformats.org/officeDocument/2006/relationships/notesMaster" Target="/ppt/notesMasters/notesMaster1.xml" Id="R2d7cd6b685c74c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a6eb8cc2ad84b87" /><Relationship Type="http://schemas.openxmlformats.org/officeDocument/2006/relationships/notesMaster" Target="/ppt/notesMasters/notesMaster1.xml" Id="Rb42706537a71459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7ad03ed24c04ee2" /><Relationship Type="http://schemas.openxmlformats.org/officeDocument/2006/relationships/notesMaster" Target="/ppt/notesMasters/notesMaster1.xml" Id="R3b142597fe5143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7172c1a51a5452b"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438f020e262467d" /><Relationship Type="http://schemas.openxmlformats.org/officeDocument/2006/relationships/slideLayout" Target="/ppt/slideLayouts/slideLayout2.xml" Id="R526642455d8c4fe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6642455d8c4fe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ad059ff5c30449e2" /><Relationship Type="http://schemas.openxmlformats.org/officeDocument/2006/relationships/notesSlide" Target="/ppt/notesSlides/notesSlide1.xml" Id="R451c8255e5f04d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7f85bb7ccca47aa" /><Relationship Type="http://schemas.openxmlformats.org/officeDocument/2006/relationships/notesSlide" Target="/ppt/notesSlides/notesSlide2.xml" Id="R99b7825b7e9d46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20ec7200d4c40d2" /><Relationship Type="http://schemas.openxmlformats.org/officeDocument/2006/relationships/notesSlide" Target="/ppt/notesSlides/notesSlide3.xml" Id="Rcb33b4ec0b4b4e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08e17fd61094acc" /><Relationship Type="http://schemas.openxmlformats.org/officeDocument/2006/relationships/notesSlide" Target="/ppt/notesSlides/notesSlide4.xml" Id="Rf6a74840a4104f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a9bb7d73207e4489" /><Relationship Type="http://schemas.openxmlformats.org/officeDocument/2006/relationships/notesSlide" Target="/ppt/notesSlides/notesSlide5.xml" Id="R157ff9f6b1ff48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8135d0e31fcd472a" /><Relationship Type="http://schemas.openxmlformats.org/officeDocument/2006/relationships/notesSlide" Target="/ppt/notesSlides/notesSlide6.xml" Id="R3f9d43dfdc764d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ab6fb3d128b14ffa" /><Relationship Type="http://schemas.openxmlformats.org/officeDocument/2006/relationships/notesSlide" Target="/ppt/notesSlides/notesSlide7.xml" Id="R17af9188f7534c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76da0145e0784300" /><Relationship Type="http://schemas.openxmlformats.org/officeDocument/2006/relationships/notesSlide" Target="/ppt/notesSlides/notesSlide8.xml" Id="R7cf4e3be743e40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3633bcd7276f47e4" /><Relationship Type="http://schemas.openxmlformats.org/officeDocument/2006/relationships/notesSlide" Target="/ppt/notesSlides/notesSlide9.xml" Id="R93e58f7eda694b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7b63a776415a4e4c" /><Relationship Type="http://schemas.openxmlformats.org/officeDocument/2006/relationships/notesSlide" Target="/ppt/notesSlides/notesSlide10.xml" Id="R09e49a5753ae47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ce2a02ba430f48e6" /><Relationship Type="http://schemas.openxmlformats.org/officeDocument/2006/relationships/notesSlide" Target="/ppt/notesSlides/notesSlide11.xml" Id="R654339360d8549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328e041db6724f94" /><Relationship Type="http://schemas.openxmlformats.org/officeDocument/2006/relationships/notesSlide" Target="/ppt/notesSlides/notesSlide12.xml" Id="R0b17dc6fab5a4d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4ef9724bc9bf4320" /><Relationship Type="http://schemas.openxmlformats.org/officeDocument/2006/relationships/notesSlide" Target="/ppt/notesSlides/notesSlide13.xml" Id="R10b4e28b0eb34a0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ca40453561484ebf" /><Relationship Type="http://schemas.openxmlformats.org/officeDocument/2006/relationships/chart" Target="/ppt/slides/charts/chart1.xml" Id="R35776b59d4cc4db8" /><Relationship Type="http://schemas.openxmlformats.org/officeDocument/2006/relationships/notesSlide" Target="/ppt/notesSlides/notesSlide14.xml" Id="R679693f56e564c0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924fabb09251472d" /><Relationship Type="http://schemas.openxmlformats.org/officeDocument/2006/relationships/chart" Target="/ppt/slides/charts/chart2.xml" Id="R584825a2fe5f4db2" /><Relationship Type="http://schemas.openxmlformats.org/officeDocument/2006/relationships/notesSlide" Target="/ppt/notesSlides/notesSlide15.xml" Id="Rbc4bf7377e4c42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b0b5adb0260d4bdc" /><Relationship Type="http://schemas.openxmlformats.org/officeDocument/2006/relationships/chart" Target="/ppt/slides/charts/chart3.xml" Id="R4930f45f382e4024" /><Relationship Type="http://schemas.openxmlformats.org/officeDocument/2006/relationships/notesSlide" Target="/ppt/notesSlides/notesSlide16.xml" Id="Ra878dd0d66b84a0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7a03379bb34b43a5" /><Relationship Type="http://schemas.openxmlformats.org/officeDocument/2006/relationships/notesSlide" Target="/ppt/notesSlides/notesSlide17.xml" Id="R48513394e804432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042622ec50f94b3d" /><Relationship Type="http://schemas.openxmlformats.org/officeDocument/2006/relationships/chart" Target="/ppt/slides/charts/chart4.xml" Id="Ra1a7e79b88304c3a" /><Relationship Type="http://schemas.openxmlformats.org/officeDocument/2006/relationships/notesSlide" Target="/ppt/notesSlides/notesSlide18.xml" Id="Racda4cd275414a1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3e47bc60f2754e20" /><Relationship Type="http://schemas.openxmlformats.org/officeDocument/2006/relationships/notesSlide" Target="/ppt/notesSlides/notesSlide19.xml" Id="R5c4183edcb8b480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43252674fa564621" /><Relationship Type="http://schemas.openxmlformats.org/officeDocument/2006/relationships/notesSlide" Target="/ppt/notesSlides/notesSlide20.xml" Id="Rbe2afafc498445c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16fa05f161274cfd" /><Relationship Type="http://schemas.openxmlformats.org/officeDocument/2006/relationships/chart" Target="/ppt/slides/charts/chart5.xml" Id="R3e7a999f88744db4" /><Relationship Type="http://schemas.openxmlformats.org/officeDocument/2006/relationships/notesSlide" Target="/ppt/notesSlides/notesSlide21.xml" Id="R5326f474e813471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c236a782af3f40a8" /><Relationship Type="http://schemas.openxmlformats.org/officeDocument/2006/relationships/notesSlide" Target="/ppt/notesSlides/notesSlide22.xml" Id="Rb6dad0d5b4a847c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b56b887f38584a0d" /><Relationship Type="http://schemas.openxmlformats.org/officeDocument/2006/relationships/notesSlide" Target="/ppt/notesSlides/notesSlide23.xml" Id="Rf9045092b81943a0"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CC7CE"/>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7798A"/>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C4A2C"/>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7798A"/>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C4A2C"/>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F767A"/>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F767A"/>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C4A2C"/>
            </a:solidFill>
          </c:spPr>
          <c:dPt>
            <c:idx val="1"/>
            <c:spPr>
              <a:solidFill xmlns:a="http://schemas.openxmlformats.org/drawingml/2006/main">
                <a:srgbClr val="17798A"/>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6EEF0"/>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71E1E7-BD24-4DF5-9E2C-E696E8FAFD2E}"/>
              </a:ext>
            </a:extLst>
          </p:cNvPr>
          <p:cNvSpPr>
            <a:spLocks xmlns:a="http://schemas.openxmlformats.org/drawingml/2006/main" noGrp="1"/>
          </p:cNvSpPr>
          <p:nvPr/>
        </p:nvSpPr>
        <p:spPr>
          <a:xfrm xmlns:a="http://schemas.openxmlformats.org/drawingml/2006/main">
            <a:off x="8686800" y="-1371600"/>
            <a:ext cx="5852160" cy="58521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C0B08A06-A798-4348-8F46-F636D291A458}"/>
              </a:ext>
            </a:extLst>
          </p:cNvPr>
          <p:cNvSpPr>
            <a:spLocks xmlns:a="http://schemas.openxmlformats.org/drawingml/2006/main" noGrp="1"/>
          </p:cNvSpPr>
          <p:nvPr/>
        </p:nvSpPr>
        <p:spPr>
          <a:xfrm xmlns:a="http://schemas.openxmlformats.org/drawingml/2006/main">
            <a:off x="9966960" y="-91440"/>
            <a:ext cx="3291840" cy="3291840"/>
          </a:xfrm>
          <a:prstGeom xmlns:a="http://schemas.openxmlformats.org/drawingml/2006/main" prst="ellipse">
            <a:avLst/>
          </a:prstGeom>
          <a:solidFill xmlns:a="http://schemas.openxmlformats.org/drawingml/2006/main">
            <a:srgbClr val="17798A">
              <a:alpha val="45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58710CAD-AFC3-44E5-B458-D1117E366FAF}"/>
              </a:ext>
            </a:extLst>
          </p:cNvPr>
          <p:cNvSpPr>
            <a:spLocks xmlns:a="http://schemas.openxmlformats.org/drawingml/2006/main" noGrp="1"/>
          </p:cNvSpPr>
          <p:nvPr/>
        </p:nvSpPr>
        <p:spPr>
          <a:xfrm xmlns:a="http://schemas.openxmlformats.org/drawingml/2006/main">
            <a:off x="10835640" y="777240"/>
            <a:ext cx="1554480" cy="1554480"/>
          </a:xfrm>
          <a:prstGeom xmlns:a="http://schemas.openxmlformats.org/drawingml/2006/main" prst="ellipse">
            <a:avLst/>
          </a:prstGeom>
          <a:solidFill xmlns:a="http://schemas.openxmlformats.org/drawingml/2006/main">
            <a:srgbClr val="4EA3B0">
              <a:alpha val="70000"/>
            </a:srgbClr>
          </a:solidFill>
          <a:ln xmlns:a="http://schemas.openxmlformats.org/drawingml/2006/main" w="1270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E1DAA5CB-A6FA-4353-B1B2-096AF33CC54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EA3B0"/>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F83EDA68-DCB7-42BE-ABE0-EB734A51D14F}"/>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37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CDA1F912-C113-44DE-B0C0-E901657A8BD3}"/>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CC7CE"/>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4632A3E1-F8DB-400A-9F4E-FCEEBF20ED9E}"/>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FAEF1424-88D7-4216-BE51-595A7086077C}"/>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4D2DB96F-5903-4A38-9915-F33549523277}"/>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303D36E2-15B5-48B9-A6BC-2D50EF6CC572}"/>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B6BBFBC7-856B-48D6-8C6E-D8F2A7C86C29}"/>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62D65F39-4267-4E95-B63B-93ADB5B6F26C}"/>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DFC5C9D4-C070-4A2F-82C5-A02B3215B957}"/>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C6B70"/>
                </a:solidFill>
                <a:latin typeface="Calibri"/>
                <a:ea typeface="Calibri"/>
                <a:cs typeface="Calibri"/>
              </a:rPr>
              <a:t>Prepared for engineering leadership  ·  JazzX AI  ·  August 2026</a:t>
            </a:r>
          </a:p>
        </p:txBody>
      </p:sp>
    </p:spTree>
    <p:extLst>
      <p:ext uri="{BB962C8B-B14F-4D97-AF65-F5344CB8AC3E}">
        <p14:creationId xmlns:p14="http://schemas.microsoft.com/office/powerpoint/2010/main" val="130022783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633C90-9649-40D3-A938-9BC14216815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86ECFE1-0E7E-4745-AFC8-9AF57CAC12F0}"/>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F1BC4AE8-507D-405F-855B-8C916FC87C6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SHORT VERSION</a:t>
            </a:r>
          </a:p>
        </p:txBody>
      </p:sp>
      <p:sp>
        <p:nvSpPr>
          <p:cNvPr id="5" name="Text 3">
            <a:extLst xmlns:a="http://schemas.openxmlformats.org/drawingml/2006/main">
              <a:ext uri="{FF2B5EF4-FFF2-40B4-BE49-F238E27FC236}">
                <a16:creationId xmlns:a16="http://schemas.microsoft.com/office/drawing/2014/main" id="{A06E0870-62E4-4461-B213-C79FEC0CA01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Recurrence tells you a region repeats — not that it may be replaced</a:t>
            </a:r>
          </a:p>
        </p:txBody>
      </p:sp>
      <p:sp>
        <p:nvSpPr>
          <p:cNvPr id="6" name="Shape 4">
            <a:extLst xmlns:a="http://schemas.openxmlformats.org/drawingml/2006/main">
              <a:ext uri="{FF2B5EF4-FFF2-40B4-BE49-F238E27FC236}">
                <a16:creationId xmlns:a16="http://schemas.microsoft.com/office/drawing/2014/main" id="{06890709-D5C6-4563-B7CB-B75982AF18E7}"/>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51AAFF-122C-41BB-93A4-3BE6B701737D}"/>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D4A54"/>
                </a:solidFill>
                <a:latin typeface="Calibri"/>
                <a:ea typeface="Calibri"/>
                <a:cs typeface="Calibri"/>
              </a:rPr>
              <a:t>GAC supplies the missing admission argument: </a:t>
            </a:r>
            <a:r>
              <a:rPr sz="1400" b="1">
                <a:solidFill>
                  <a:srgbClr val="0D4A54"/>
                </a:solidFill>
                <a:latin typeface="Calibri"/>
                <a:ea typeface="Calibri"/>
                <a:cs typeface="Calibri"/>
              </a:rPr>
              <a:t>typed value provenance, effect barriers, empirical contracts, and a finite-sample risk gate. </a:t>
            </a:r>
            <a:r>
              <a:rPr sz="1400">
                <a:solidFill>
                  <a:srgbClr val="0D4A54"/>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DF3124C7-2BCE-4AF7-9ECD-19B1AA32DB49}"/>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080CDB36-8585-4989-8271-9C8310F0D05C}"/>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80ED6D64-C48A-462B-AAFD-73A56F106202}"/>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2A5BF72A-F199-47FC-A026-ACC0545B0706}"/>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0014AA4-06B3-4FF8-9AF0-32749589E25D}"/>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A3E61A8C-706F-4C4E-A2A4-B36D7E3799E1}"/>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D1031922-E69E-434C-BA6C-26B73334F240}"/>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EE1D67BF-7E08-451E-B1E9-9F42254D01B4}"/>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1DF9CDA5-E44E-4BF4-AD9E-26701432A95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BBFD53E5-F9A0-4457-87D4-FCE9E483B85B}"/>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959E4332-E7AF-4978-A3F5-1DA93ECD3447}"/>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CFFCF908-DA57-4941-9EEA-0916055A00E1}"/>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611F7CC4-71E0-4DC0-87D7-954C5248BE6D}"/>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58DA4F38-7430-41B7-A00A-3F2A03BF4314}"/>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3247651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DA7E9A-53A6-468C-B889-09D72FC2B06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EEE096-DCE0-4F5B-A48E-74D4D42C61B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5919AF9A-6C92-4A00-90AA-8C0AA626B2D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PROBLEM</a:t>
            </a:r>
          </a:p>
        </p:txBody>
      </p:sp>
      <p:sp>
        <p:nvSpPr>
          <p:cNvPr id="5" name="Text 3">
            <a:extLst xmlns:a="http://schemas.openxmlformats.org/drawingml/2006/main">
              <a:ext uri="{FF2B5EF4-FFF2-40B4-BE49-F238E27FC236}">
                <a16:creationId xmlns:a16="http://schemas.microsoft.com/office/drawing/2014/main" id="{6CC39F15-57DB-4A01-98ED-56966B64F87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model calls for three decisions the trace already fixed</a:t>
            </a:r>
          </a:p>
        </p:txBody>
      </p:sp>
      <p:sp>
        <p:nvSpPr>
          <p:cNvPr id="6" name="Text 4">
            <a:extLst xmlns:a="http://schemas.openxmlformats.org/drawingml/2006/main">
              <a:ext uri="{FF2B5EF4-FFF2-40B4-BE49-F238E27FC236}">
                <a16:creationId xmlns:a16="http://schemas.microsoft.com/office/drawing/2014/main" id="{B8B3C99E-E4EB-4491-A0F0-FC53027FCADC}"/>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1B02EAE7-BEB2-475E-B19E-97949AD81B0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526267F-8876-49E0-8442-1B755ECE9DF9}"/>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C4A2C"/>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151D20E6-E78C-4DD3-980D-9BDC4C7E2FA1}"/>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C1D6EE3-FE63-435B-9FA7-9688D258198E}"/>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D6BE682-90AB-42A8-8E44-539B5703D80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AE3327A2-CED3-4A53-8FCF-31033F2A3B1A}"/>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7EA209C3-67D0-4699-B448-95FD87D5C04A}"/>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1A2A874B-9940-42ED-90B6-A7F47A88C881}"/>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EC53D808-C4BA-40DB-8CEB-5C1EE29EE45B}"/>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A948D813-E22C-4919-9359-39E72C20D3AF}"/>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C9A65D0E-EA7B-4A66-B09A-B2AE250006C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BBFD22F-7255-4C9B-B0B9-F3915B09949D}"/>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8DA79002-BA43-4466-BDCC-C5917C72E773}"/>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FC629A5A-5587-4C2F-97E5-09CED538F17D}"/>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4E4D4049-A2BA-4138-B48E-7DA86E8FC02D}"/>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61F39EB0-4394-43CE-B535-68DBCE4F21B1}"/>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BBAF5722-A608-40DA-B5C2-2F7B6391BFC0}"/>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59F1FB07-71A4-4956-862E-3DF6FF1917A0}"/>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B00EEC28-E4A6-4DC7-9D73-7132F34FDD1F}"/>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452077F4-E5BF-49E9-BC87-3C8F91A2EE4F}"/>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CC6ECE56-2B1B-434F-9EF5-478C6FF6ED6D}"/>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61E6BED9-B786-433B-B6F7-B78D4F28EE38}"/>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35A0FDA6-C883-46FC-8433-DB61BD001C57}"/>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0855A937-BE6D-4B9C-9305-3A9CB38CE347}"/>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9D28739C-8C24-4DDC-AB47-F34789CD073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64423555-A2C1-4A09-B918-64A70F16F021}"/>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8B2BFF72-4195-4647-9BE7-1C1250DBB378}"/>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EDCA3563-9B8D-4CA0-BC7B-1D5728AE1915}"/>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7A9CBC3D-3089-43F6-9608-A57B8C6D4B49}"/>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D60C6C5C-66EF-47F6-B021-BBF6AF681C4A}"/>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40A57AEF-088D-4ED2-825F-F80317EAA8EA}"/>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BEBB9200-0B46-45DD-90D1-360A3251D029}"/>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736B0B2F-147F-4223-852A-EBE464D8AE24}"/>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04A234AC-3C1A-406E-A3B8-10403DCE1CBF}"/>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D4A54"/>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32D0AD5A-F17D-40AC-825E-E8482B7ED4C4}"/>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F160DFD5-0F9D-4BBC-91C1-2663078BDCAA}"/>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5A1C2AEF-2788-47CD-9172-F302BCC2F992}"/>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A25FDF68-7BBB-4082-BA86-D64E491528FA}"/>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12BC8C8A-979B-4656-96C5-998A7CFDBF08}"/>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F854D337-975D-4C47-B7D8-7C69CDE8B17D}"/>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8A3CD2FA-D638-4845-8F60-2C3A45223801}"/>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B235AA2B-06F0-4A37-800F-399B1D039F97}"/>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per episode</a:t>
            </a:r>
          </a:p>
        </p:txBody>
      </p:sp>
    </p:spTree>
    <p:extLst>
      <p:ext uri="{BB962C8B-B14F-4D97-AF65-F5344CB8AC3E}">
        <p14:creationId xmlns:p14="http://schemas.microsoft.com/office/powerpoint/2010/main" val="12858150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D86BB8-A928-47E1-9FD8-F486DA841EE9}"/>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DB68237-8E1D-410B-A7A1-C06F639D9061}"/>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3AC25D7A-453B-4D39-9142-078D0E376AD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WHY THIS IS NOT CACHING</a:t>
            </a:r>
          </a:p>
        </p:txBody>
      </p:sp>
      <p:sp>
        <p:nvSpPr>
          <p:cNvPr id="5" name="Text 3">
            <a:extLst xmlns:a="http://schemas.openxmlformats.org/drawingml/2006/main">
              <a:ext uri="{FF2B5EF4-FFF2-40B4-BE49-F238E27FC236}">
                <a16:creationId xmlns:a16="http://schemas.microsoft.com/office/drawing/2014/main" id="{4E3F348D-5160-43D4-96DF-06831B35290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ways a repeated region can still be inadmissible</a:t>
            </a:r>
          </a:p>
        </p:txBody>
      </p:sp>
      <p:sp>
        <p:nvSpPr>
          <p:cNvPr id="6" name="Shape 4">
            <a:extLst xmlns:a="http://schemas.openxmlformats.org/drawingml/2006/main">
              <a:ext uri="{FF2B5EF4-FFF2-40B4-BE49-F238E27FC236}">
                <a16:creationId xmlns:a16="http://schemas.microsoft.com/office/drawing/2014/main" id="{1087CF72-CADD-4FF5-AE96-3DD83B77EAF4}"/>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CC38824C-D0CE-42C1-8ABC-E12260E5826C}"/>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78E5C98B-FFC8-4E06-A8E2-45297BA3DA31}"/>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E39C5D58-B007-4ACA-A61A-7E0039900E9C}"/>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229074B2-9D66-46FF-AB05-462972B10B6A}"/>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D48AFEF8-AF8C-4208-86F5-AD14188A8BB4}"/>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748A67D1-F6FB-4089-98A2-4CBA7E1C6829}"/>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1DE739D0-8D4F-4CA0-AAC1-0FDF3772FC90}"/>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E6F52145-6301-4977-BB21-701E0D409893}"/>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AC388DFA-B767-44C1-8B4A-B676146178D7}"/>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65065943-5C19-410C-AE99-5545666295E5}"/>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23833885-043C-4410-809E-E884FDC24EB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7F02D83E-76EC-4D8F-9C7D-27E125C03990}"/>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5BC2B584-9EB1-46D0-B63A-6239D861E186}"/>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34ECC6B5-058F-4941-B844-FA82C997F002}"/>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BD2F8A71-C3B4-46DF-8FC8-4790FC3F5B4A}"/>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B87C6622-3F5A-403F-B191-52D9061D1452}"/>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F72AB5C-39C9-41A2-BE04-8C55F7D6C2A7}"/>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EA422D2E-C140-4368-90A0-AC8B198CD889}"/>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7B720A3B-9A61-4567-AC17-173AAB46A16A}"/>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6266EE77-EA99-4114-987B-8DF145C77DC2}"/>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8263CA02-728A-4F14-A647-044DD8FCA8BA}"/>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D4A54"/>
                </a:solidFill>
                <a:latin typeface="Calibri"/>
                <a:ea typeface="Calibri"/>
                <a:cs typeface="Calibri"/>
              </a:rPr>
              <a:t>Deleting a model decision is a semantic change, not a memoization. </a:t>
            </a:r>
            <a:r>
              <a:rPr sz="1350">
                <a:solidFill>
                  <a:srgbClr val="2A4247"/>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6838256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2D95AFB-8AE6-4466-8949-3615173B111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A06241F-0A2B-4115-B073-50D5A01420E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F223B578-1B13-42DA-B0BA-2D85DD7EA42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240BE1AE-7C2B-48BB-98C1-EFE3C5FB303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28E55AB3-542A-466D-8EBA-1373118B9A04}"/>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D4A54"/>
          </a:solidFill>
          <a:ln xmlns:a="http://schemas.openxmlformats.org/drawingml/2006/main" w="9525">
            <a:solidFill>
              <a:srgbClr val="0D4A54"/>
            </a:solidFill>
            <a:prstDash val="solid"/>
          </a:ln>
          <a:effectLst xmlns:a="http://schemas.openxmlformats.org/drawingml/2006/main">
            <a:outerShdw blurRad="114300" dist="17780" dir="5400000" algn="bl" rotWithShape="0">
              <a:srgbClr val="8FA9AE">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AADC727-5119-44AF-B85D-4FD69F9AF8BF}"/>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ED3ACC16-F9D9-419B-95C6-380A13949066}"/>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6379DD43-0A50-4B7F-BDB3-A8C686E7D4F1}"/>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6EC6BB59-CF27-4030-A38A-9D4AC63DBAB9}"/>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8F0E9884-1F37-4A1C-866E-10F3BEE83D78}"/>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31AB62BF-D857-461B-BB61-6104BA508159}"/>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69E43413-A9CA-4BCA-8882-75E94E197E62}"/>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AB367824-5F3A-4635-A507-E5479E7DF0CB}"/>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DDA1AD-F287-4D32-9A6B-05D39B60141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1653138E-EA87-4761-9F9B-5B0CBC120FF1}"/>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7EC061BD-BC76-45F1-9DF4-86CCB6111DBD}"/>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0D150916-318C-4765-B63F-DA2D13C76377}"/>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D1F46BE7-5361-4270-AB46-ED9C747D537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958F6846-8928-45FC-8599-D36B024297D7}"/>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42EFFED7-C650-4A96-93F3-95AFF1F221A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815134BB-5B22-4571-BDCA-DAB7A525F027}"/>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65BEED18-82F7-44DD-9166-FBE0D57D9A5C}"/>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B8286263-6EE6-41E1-A568-2B907528B42E}"/>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81A48F54-8F2E-41C7-A24B-81E15F09D425}"/>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5BCCE6C3-D073-4984-9DB9-E6C7A6B69F81}"/>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40F2FD10-0019-4C21-BFE9-70357821088D}"/>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BD43A639-7BE4-4DAC-8868-54722CCABD73}"/>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BE3A4F21-0E7C-4ED0-BCC7-9A6FCB037E6E}"/>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870D68BB-BEF7-4C7C-8343-961152F4FFF0}"/>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22D63AE2-0FA7-45DF-8CBA-7ECA7F9296D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534722D8-1E3F-4FB0-8347-BACA267D1584}"/>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1588383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AB02627-CEC6-4EAF-A934-19E7DD880DF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6626511-C84A-4E01-94BE-FF62E207F845}"/>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1AD680FF-1D1B-4A8C-BE29-A05432C9164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DEFINITION</a:t>
            </a:r>
          </a:p>
        </p:txBody>
      </p:sp>
      <p:sp>
        <p:nvSpPr>
          <p:cNvPr id="5" name="Text 3">
            <a:extLst xmlns:a="http://schemas.openxmlformats.org/drawingml/2006/main">
              <a:ext uri="{FF2B5EF4-FFF2-40B4-BE49-F238E27FC236}">
                <a16:creationId xmlns:a16="http://schemas.microsoft.com/office/drawing/2014/main" id="{511842C5-B1C9-459A-A377-ECE54C6EA63C}"/>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guarded specialization of the routine part of a workflow</a:t>
            </a:r>
          </a:p>
        </p:txBody>
      </p:sp>
      <p:sp>
        <p:nvSpPr>
          <p:cNvPr id="6" name="Shape 4">
            <a:extLst xmlns:a="http://schemas.openxmlformats.org/drawingml/2006/main">
              <a:ext uri="{FF2B5EF4-FFF2-40B4-BE49-F238E27FC236}">
                <a16:creationId xmlns:a16="http://schemas.microsoft.com/office/drawing/2014/main" id="{E442969A-3F6D-456E-86D2-9CBAE806EEF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5F912458-A74C-4871-9644-F7FAE4263E50}"/>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libri"/>
                <a:ea typeface="Calibri"/>
                <a:cs typeface="Calibri"/>
              </a:rPr>
              <a:t>Compaction</a:t>
            </a:r>
            <a:r>
              <a:rPr sz="1350">
                <a:solidFill>
                  <a:srgbClr val="2A4247"/>
                </a:solidFill>
                <a:latin typeface="Calibri"/>
                <a:ea typeface="Calibri"/>
                <a:cs typeface="Calibri"/>
              </a:rPr>
              <a:t> names the mechanism; </a:t>
            </a:r>
            <a:r>
              <a:rPr sz="1350" b="1">
                <a:solidFill>
                  <a:srgbClr val="0D4A54"/>
                </a:solidFill>
                <a:latin typeface="Calibri"/>
                <a:ea typeface="Calibri"/>
                <a:cs typeface="Calibri"/>
              </a:rPr>
              <a:t>specialization</a:t>
            </a:r>
            <a:r>
              <a:rPr sz="1350">
                <a:solidFill>
                  <a:srgbClr val="2A4247"/>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6612F49B-C3AB-4C95-8919-E67200A4A190}"/>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1337E5B6-2C06-4538-9447-BFDF0B48BE2B}"/>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C885CBCC-78B9-47C9-8483-CFE2927979A8}"/>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94031ACA-E724-4967-8E45-0A3F4A9C7D9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6BB11200-5ADC-4F74-9703-F4E980A8B316}"/>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00FADDCA-D226-4D28-875D-A6C37054FD2D}"/>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D8015DF9-94B9-4EA0-AB70-0BA2AC65A974}"/>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F0C8B681-4719-466F-B96A-863A241C8DD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3D9118AF-744D-4FA0-9178-B1869B317EAC}"/>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2AE878F7-9927-4103-A575-403E26F82C92}"/>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DD1DF2C8-F6CC-45AC-A125-0157B0439AFB}"/>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F767A"/>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14435813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8E495B-F735-4A03-8F2F-2B1D048A42F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DB9DB8B-DF97-4B17-9115-A9188D33948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8BCAA5A0-6BC8-4FFD-BEC3-CE4ACDE8F2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ARCHITECTURE</a:t>
            </a:r>
          </a:p>
        </p:txBody>
      </p:sp>
      <p:sp>
        <p:nvSpPr>
          <p:cNvPr id="5" name="Text 3">
            <a:extLst xmlns:a="http://schemas.openxmlformats.org/drawingml/2006/main">
              <a:ext uri="{FF2B5EF4-FFF2-40B4-BE49-F238E27FC236}">
                <a16:creationId xmlns:a16="http://schemas.microsoft.com/office/drawing/2014/main" id="{C1921022-4434-4180-826A-A7FF11989520}"/>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Capture offline, compile offline, resolve at the entry boundary</a:t>
            </a:r>
          </a:p>
        </p:txBody>
      </p:sp>
      <p:sp>
        <p:nvSpPr>
          <p:cNvPr id="6" name="Shape 4">
            <a:extLst xmlns:a="http://schemas.openxmlformats.org/drawingml/2006/main">
              <a:ext uri="{FF2B5EF4-FFF2-40B4-BE49-F238E27FC236}">
                <a16:creationId xmlns:a16="http://schemas.microsoft.com/office/drawing/2014/main" id="{4F655729-DE57-4BFE-9D2A-BE273AE03433}"/>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632BE3D7-B989-4135-B377-FD7CD7E82EC5}"/>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947ABAD1-7DDB-4A88-A99F-5FF556BA7BEC}"/>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61308413-5A60-408B-B000-3AFE7FA0323E}"/>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0046BE5-F14B-486D-9EBD-D72707475711}"/>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74945B47-6D79-4C26-B452-6D4B8C30D31F}"/>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C0A6C1-2275-4A85-BCCF-F9432BDF7257}"/>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21985DB-A2AA-4B86-9616-0C49861618C8}"/>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D85F3DE7-CDAC-4F99-96F3-890CDC142D24}"/>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9CA2139-E506-45C9-947C-BED48BC220D0}"/>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092BF8B3-3D53-4AD0-8B13-1535F3D68006}"/>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B3D26381-003B-44B6-A673-D1C87BC0D025}"/>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70766950-5D9A-4E13-AC8B-E52EA8C0CDE0}"/>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C5BDBFFE-BBA1-448C-954D-CDF113EB8DF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E9BC910-2819-4B65-BED1-ECFF5C5E60E6}"/>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8441671F-4574-4298-AE43-DCACB0717312}"/>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25125B4B-3D41-488F-86FA-FB5384700B28}"/>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D17A33AE-D9A1-404F-A97C-77B9C11B24C5}"/>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F07A9268-4FAE-4413-97AC-424882674D62}"/>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C4A2C"/>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B3E9FC-C1FC-43A9-91CB-D5ED400E112B}"/>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A3A2E"/>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E088630C-D852-46D8-A6E4-19F5383E602D}"/>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F767A"/>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4008761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60F5FFE-8212-4BA7-AD39-0B21CC5D0644}"/>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12F0618-E40B-473C-A21B-D400BE1346D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8</a:t>
            </a:r>
          </a:p>
        </p:txBody>
      </p:sp>
      <p:sp>
        <p:nvSpPr>
          <p:cNvPr id="4" name="Text 2">
            <a:extLst xmlns:a="http://schemas.openxmlformats.org/drawingml/2006/main">
              <a:ext uri="{FF2B5EF4-FFF2-40B4-BE49-F238E27FC236}">
                <a16:creationId xmlns:a16="http://schemas.microsoft.com/office/drawing/2014/main" id="{BCC5A7EB-B872-4FB5-B284-C41879C7296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OFFLINE COMPILATION</a:t>
            </a:r>
          </a:p>
        </p:txBody>
      </p:sp>
      <p:sp>
        <p:nvSpPr>
          <p:cNvPr id="5" name="Text 3">
            <a:extLst xmlns:a="http://schemas.openxmlformats.org/drawingml/2006/main">
              <a:ext uri="{FF2B5EF4-FFF2-40B4-BE49-F238E27FC236}">
                <a16:creationId xmlns:a16="http://schemas.microsoft.com/office/drawing/2014/main" id="{69837D3F-D0AE-4DE0-AB8A-F6BB115CF2F3}"/>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Six independent rejection points — refusal is the default output</a:t>
            </a:r>
          </a:p>
        </p:txBody>
      </p:sp>
      <p:sp>
        <p:nvSpPr>
          <p:cNvPr id="6" name="Shape 4">
            <a:extLst xmlns:a="http://schemas.openxmlformats.org/drawingml/2006/main">
              <a:ext uri="{FF2B5EF4-FFF2-40B4-BE49-F238E27FC236}">
                <a16:creationId xmlns:a16="http://schemas.microsoft.com/office/drawing/2014/main" id="{22221813-4373-48E9-A57A-A8F41E74BF61}"/>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5B5D8B9A-4212-43D7-975A-1D1E86205937}"/>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90891EEC-F832-4FD9-8F1C-99FEB69112BC}"/>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F6739318-5232-41B7-9752-F7C7FDE18504}"/>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02B16AE6-131F-4428-BE7C-A8FA166E805B}"/>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EAC6E9EE-052F-4991-8FC4-B901C31AC2D2}"/>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8147CB89-9970-4C71-9006-EDBE7AC2C3B9}"/>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E9CAD641-C873-4C45-A5D5-A6744A89EF3C}"/>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038409D9-19E9-4FAB-BB58-650D451AB533}"/>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A8ED110-7178-48F1-AD93-9343461F3023}"/>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C1BBD694-3EC6-4A62-8692-A636D11EDB3F}"/>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313027BF-87E0-4935-B9A9-455188C2A56D}"/>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E1E9C80-DDC2-45AD-B3CA-F0F2E41A9FEB}"/>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37BEC889-75B7-4E5E-AE80-60FF5D0F32E6}"/>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755AACE8-21FD-43F3-80CA-DB03CA227CC2}"/>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3363E19B-9F18-4CF6-B224-F90752B024DA}"/>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8D71ACC8-2E6F-41E6-9516-9D07218F9407}"/>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7668345-6DFA-42A1-A706-65678DB9FC94}"/>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4383E085-81F7-4C33-886F-A26F26DA2EBD}"/>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32C3766C-7EE3-4BE8-8B9B-88CD72F91F32}"/>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D25D6F0F-E054-4764-A4E4-696A2C01868A}"/>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54EDA3C9-C829-4FBD-A705-10646FAB0B40}"/>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085C91ED-0C0D-4B04-81FD-3DCF5C5ABF52}"/>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AD062A84-2796-4ACA-9B9F-942EBBF9F009}"/>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813B55CF-B8CC-4F2B-B02D-ED2200340308}"/>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F7470EAF-28B6-4972-A3CF-B67E2562C459}"/>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D4A54"/>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5496588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3442F36-DA73-4382-BC71-1FBDBBC8887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567E7E1-4539-46AB-9BB9-87A23BFDA6A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F21B5CA4-76C3-413A-A1A8-94F369E6F1D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2</a:t>
            </a:r>
          </a:p>
        </p:txBody>
      </p:sp>
      <p:sp>
        <p:nvSpPr>
          <p:cNvPr id="5" name="Text 3">
            <a:extLst xmlns:a="http://schemas.openxmlformats.org/drawingml/2006/main">
              <a:ext uri="{FF2B5EF4-FFF2-40B4-BE49-F238E27FC236}">
                <a16:creationId xmlns:a16="http://schemas.microsoft.com/office/drawing/2014/main" id="{5BDCB7F7-6496-4E20-9CDC-5DF1E43554E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Typed provenance: a slot with no witness is a genuine model decision</a:t>
            </a:r>
          </a:p>
        </p:txBody>
      </p:sp>
      <p:sp>
        <p:nvSpPr>
          <p:cNvPr id="6" name="Text 4">
            <a:extLst xmlns:a="http://schemas.openxmlformats.org/drawingml/2006/main">
              <a:ext uri="{FF2B5EF4-FFF2-40B4-BE49-F238E27FC236}">
                <a16:creationId xmlns:a16="http://schemas.microsoft.com/office/drawing/2014/main" id="{9E4CCF7E-0CF1-4418-AE5C-8718F9BE822E}"/>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A6D57BF6-8F50-4AC9-8EAA-0FF60E6E5DAD}"/>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52EA80B2-1CD7-4A5D-A6BC-20090982C71E}"/>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444B385B-570C-4274-858E-9CBFAF7F8D92}"/>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C3B88C4F-6752-4270-82D9-9ECB418C6469}"/>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43FFEA6D-D3B3-4A12-95CA-8E975D134DBF}"/>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3BEADF67-1434-4F13-BFE0-3322EC7FA33E}"/>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F5FFE8D8-42DB-435E-90BA-F0FC34066DCD}"/>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708F6D3E-0799-40E6-9513-972760A4F4D2}"/>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6F34D38D-B1C9-43FE-AC04-7918935CFA3B}"/>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40FADDFB-78E2-4788-9D10-B98D4F42B108}"/>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1B5B1FDD-4B48-4E38-8327-48A09E0EBD66}"/>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D29D0BC3-FBAA-4064-B337-1D9BE54FCDD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2E28994-D84F-476D-9831-E9E38EA236D8}"/>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D5A8FFDD-3D77-4330-BB27-46C7CEFF4F8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99586589-4474-48E8-9A72-FD0284DF2845}"/>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E195D87F-D0A8-42BA-A875-B2DF2EC62CD1}"/>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39CC4B74-D91D-483B-9330-C0276FC2D1F6}"/>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6DCBBAAA-6F22-4969-8B5E-F2034482E271}"/>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6B19254B-791C-4E70-AA15-555FD3FC200E}"/>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in candidate set</a:t>
            </a:r>
          </a:p>
          <a:p xmlns:a="http://schemas.openxmlformats.org/drawingml/2006/main">
            <a:pPr marL="0" indent="0">
              <a:lnSpc>
                <a:spcPct val="100000"/>
              </a:lnSpc>
              <a:buNone/>
            </a:pPr>
            <a:r>
              <a:rPr sz="1050">
                <a:solidFill>
                  <a:srgbClr val="5F767A"/>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239D225B-62FF-4C5F-9873-C2A08F25BF12}"/>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C9EA20D0-0F9E-4AFC-88C0-054380990BC8}"/>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F76B8F14-F7D4-413F-90F8-5C73937622AF}"/>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uniquely resolved</a:t>
            </a:r>
          </a:p>
          <a:p xmlns:a="http://schemas.openxmlformats.org/drawingml/2006/main">
            <a:pPr marL="0" indent="0">
              <a:lnSpc>
                <a:spcPct val="100000"/>
              </a:lnSpc>
              <a:buNone/>
            </a:pPr>
            <a:r>
              <a:rPr sz="1050">
                <a:solidFill>
                  <a:srgbClr val="5F767A"/>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3577478E-B166-42AA-97CF-50E38A95BED3}"/>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3993FD70-F8AA-41AD-96A1-357AB7E18897}"/>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F5A484B2-9A1E-46F2-AD72-D59D181762DB}"/>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ambiguous</a:t>
            </a:r>
          </a:p>
          <a:p xmlns:a="http://schemas.openxmlformats.org/drawingml/2006/main">
            <a:pPr marL="0" indent="0">
              <a:lnSpc>
                <a:spcPct val="100000"/>
              </a:lnSpc>
              <a:buNone/>
            </a:pPr>
            <a:r>
              <a:rPr sz="1050">
                <a:solidFill>
                  <a:srgbClr val="5F767A"/>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C928D6C3-6AB2-4D25-A6D8-0E8FB58F86DA}"/>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0CF5A98E-0EF8-49D7-8599-AEB361648E2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F411439B-33E6-4F76-AF6B-063D2EA03E34}"/>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no candidate</a:t>
            </a:r>
          </a:p>
          <a:p xmlns:a="http://schemas.openxmlformats.org/drawingml/2006/main">
            <a:pPr marL="0" indent="0">
              <a:lnSpc>
                <a:spcPct val="100000"/>
              </a:lnSpc>
              <a:buNone/>
            </a:pPr>
            <a:r>
              <a:rPr sz="1050">
                <a:solidFill>
                  <a:srgbClr val="5F767A"/>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32ADCB52-436C-4D8F-AC3D-4A939254E20E}"/>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5274F13A-2544-48EA-AB47-BD4097B25C3C}"/>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E86FFDD6-7FD4-4934-A26D-AFED3BDDFF67}"/>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candidate-edge</a:t>
            </a:r>
          </a:p>
          <a:p xmlns:a="http://schemas.openxmlformats.org/drawingml/2006/main">
            <a:pPr marL="0" indent="0">
              <a:lnSpc>
                <a:spcPct val="100000"/>
              </a:lnSpc>
              <a:buNone/>
            </a:pPr>
            <a:r>
              <a:rPr sz="1050">
                <a:solidFill>
                  <a:srgbClr val="5F767A"/>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AB36953F-13D8-4CAC-8371-72B995F813D6}"/>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14698292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6BED763-C5C9-43F0-B00C-5562C22FE56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C4EB47A-6816-48FC-9FDC-32438F96899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F18F8BED-99DB-4EA3-88F0-8102BABABD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RUNTIME</a:t>
            </a:r>
          </a:p>
        </p:txBody>
      </p:sp>
      <p:sp>
        <p:nvSpPr>
          <p:cNvPr id="5" name="Text 3">
            <a:extLst xmlns:a="http://schemas.openxmlformats.org/drawingml/2006/main">
              <a:ext uri="{FF2B5EF4-FFF2-40B4-BE49-F238E27FC236}">
                <a16:creationId xmlns:a16="http://schemas.microsoft.com/office/drawing/2014/main" id="{AD2CA07C-8B27-43E8-9F40-7A584236E08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artifact carries its own preconditions — and usually declines</a:t>
            </a:r>
          </a:p>
        </p:txBody>
      </p:sp>
      <p:sp>
        <p:nvSpPr>
          <p:cNvPr id="6" name="Text 4">
            <a:extLst xmlns:a="http://schemas.openxmlformats.org/drawingml/2006/main">
              <a:ext uri="{FF2B5EF4-FFF2-40B4-BE49-F238E27FC236}">
                <a16:creationId xmlns:a16="http://schemas.microsoft.com/office/drawing/2014/main" id="{4420915B-7196-4EC9-B047-C0C0711D713A}"/>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8D2F2993-9993-4659-B5EE-B4308730C220}"/>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44FA36E-BE79-4B2A-855A-063244CC1934}"/>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728EBEDD-6765-4D65-BF57-836AF2624688}"/>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E5535894-D1B9-4B71-9C26-400B99D0FC51}"/>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5695D146-97C8-4426-B298-53CEAE3C1771}"/>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1CF64C9C-8847-441B-82FA-DE52B9650BD3}"/>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A89C16A7-1A49-4898-BC94-2F9B643C8272}"/>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FF52ABD6-3D49-4EFE-9837-56161EA4B9A6}"/>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CDB165C5-E8F7-440A-A3DD-98C8D75341FE}"/>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DCF4E060-8B5F-4D14-A338-CD881E7819D6}"/>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A6963FC-304A-432D-AF9F-452AA7DE77F0}"/>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4859788E-5F8C-46CA-8FB0-AE6050FF49E9}"/>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288A1A4D-8024-4D29-B48B-A5C306C5B503}"/>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AFA891F-13B5-42F7-B132-2471A72345EA}"/>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A93948D4-54CA-47CC-8033-C350026BA6E3}"/>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E4F8FCD1-C8C8-4C4C-B69B-D6AD8D6B8EF0}"/>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6AF27568-7206-4F44-8A36-AE007C057356}"/>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354991-4DEB-41F6-81C3-22D62924ABD8}"/>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F3A62102-74ED-4529-8ECA-F17355B942DF}"/>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062E456B-96B2-4559-8C76-E3B55279F9F2}"/>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721D0758-F702-4DFD-80AD-E15B74CC23E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5EBD5787-921A-418C-9EC4-162C8EE9E434}"/>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BFA939F7-10E4-417C-9E80-686C2FD8672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76F4891D-E6E0-4DE9-830C-BBEAC17D5247}"/>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31FE2530-891E-4698-A64E-9109C7202FED}"/>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308F2CCC-BB12-4E7B-81D2-3E457439840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88F702C6-9B68-4A24-9ECD-7451F29B38BB}"/>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3482E8B1-6680-49AC-9435-8BE384A1A147}"/>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F931AC8-C408-4FFD-9B64-C2B92EBCEC55}"/>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0360A5C-B736-4AF8-A69B-43CBF8F72B62}"/>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7798A"/>
          </a:solidFill>
          <a:ln xmlns:a="http://schemas.openxmlformats.org/drawingml/2006/main" w="9525">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CDD7BC88-63BA-45A1-ACF3-C9B61000307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FD31E965-40F8-4EAB-BCD7-F3115635AFA0}"/>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24E57056-A0E6-416E-91E9-41F39FBA15BC}"/>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798A"/>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64D6516D-F545-4442-B689-D851348770E4}"/>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741AB64A-4F07-4943-8089-DCBF587DB77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C6138756-C457-4911-98BF-81F90F0F4F5F}"/>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D098DFF-ED6E-4D45-BFB1-3C24F452603D}"/>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D4A54"/>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71ACE5AF-9D79-4C38-A3B5-8F1CF6D43CC8}"/>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071986E3-3369-4155-9195-06EE5167C25D}"/>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688F1056-C55A-477C-80BA-9BD3BD0B2320}"/>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D922A04B-25B6-461C-9AF7-2E27888037E1}"/>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C4A2C"/>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CCA41507-36DE-4C54-B460-E38EDA5656D9}"/>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C4A2C"/>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298A972B-B3F3-4A3D-BDE1-91628229B3CA}"/>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CC90A260-D8E0-4447-9051-43229CC7F1DC}"/>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CF403D51-E42B-47EB-B4A3-DC446E6853BB}"/>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D4A54"/>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166824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FE3A47-37FF-454E-A4ED-EF2BDA76839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F65C90F-4D82-442A-8492-27EEBCE4ADA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6E7C94BC-593C-4EC1-AFC3-54C86328126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6</a:t>
            </a:r>
          </a:p>
        </p:txBody>
      </p:sp>
      <p:sp>
        <p:nvSpPr>
          <p:cNvPr id="5" name="Text 3">
            <a:extLst xmlns:a="http://schemas.openxmlformats.org/drawingml/2006/main">
              <a:ext uri="{FF2B5EF4-FFF2-40B4-BE49-F238E27FC236}">
                <a16:creationId xmlns:a16="http://schemas.microsoft.com/office/drawing/2014/main" id="{BDCDD6DE-B663-4A2E-8C00-CF5449FC2FA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admission gate is exact — and therefore data-hungry</a:t>
            </a:r>
          </a:p>
        </p:txBody>
      </p:sp>
      <p:sp>
        <p:nvSpPr>
          <p:cNvPr id="6" name="Text 4">
            <a:extLst xmlns:a="http://schemas.openxmlformats.org/drawingml/2006/main">
              <a:ext uri="{FF2B5EF4-FFF2-40B4-BE49-F238E27FC236}">
                <a16:creationId xmlns:a16="http://schemas.microsoft.com/office/drawing/2014/main" id="{86E66930-FE27-415C-8001-2678CD5579BF}"/>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DA490126-7228-4EFF-8850-F9137FEB3ACF}"/>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95DBC86-CBAF-49A0-997B-0B7AD0BF1637}"/>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AC4A2C"/>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6C88B10E-FDA2-45FF-93CF-93DA1FCA63DC}"/>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A3A2E"/>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7C58C2EA-8DDC-4A12-9BA2-C9EAFB2F4C0D}"/>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EEC43439-8CFD-4374-AB8B-3F9891FB0CE7}"/>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58C4652C-D11A-470A-83B1-4498F140CD01}"/>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169E969E-D533-4F01-BA07-6AE8D6C307AB}"/>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BE6EDCD4-84D7-4C98-98E5-79EAD712B856}"/>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7AFC4A13-7E13-4AE4-B169-E8E05EA5CA72}"/>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656C3771-B781-4362-8C4C-1BABBFFA61DC}"/>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F82AEF11-B2F0-4DBB-BDA9-B79D8A2180DA}"/>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D0467D4C-E0FC-4A18-9F0F-ED79F283673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BB5A93F1-E241-49D6-9BE9-5BE953FA7146}"/>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7798A"/>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97256384-C8DC-4D8C-AD9B-51AC277829A7}"/>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A4247"/>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9F7DFE80-8AD0-4C4C-94AE-2E8F41698733}"/>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CFF6CCF6-B090-4ECC-B767-A3C041F23AC0}"/>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DD723B8-1A83-41D6-BACF-E5FFB2BAD0D2}"/>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D4A54"/>
                </a:solidFill>
                <a:latin typeface="Calibri"/>
                <a:ea typeface="Calibri"/>
                <a:cs typeface="Calibri"/>
              </a:rPr>
              <a:t>Independence is load-bearing. </a:t>
            </a:r>
            <a:r>
              <a:rPr sz="1200">
                <a:solidFill>
                  <a:srgbClr val="2A4247"/>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5490546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A29BCC-3FC3-40B0-8A44-393BA99A0B6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17F2F97-958A-4785-8CB9-47075F2E303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8E484AF0-7F1A-40B7-BC06-84C254C930C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3</a:t>
            </a:r>
          </a:p>
        </p:txBody>
      </p:sp>
      <p:sp>
        <p:nvSpPr>
          <p:cNvPr id="5" name="Text 3">
            <a:extLst xmlns:a="http://schemas.openxmlformats.org/drawingml/2006/main">
              <a:ext uri="{FF2B5EF4-FFF2-40B4-BE49-F238E27FC236}">
                <a16:creationId xmlns:a16="http://schemas.microsoft.com/office/drawing/2014/main" id="{80BFAFB3-DDA4-4CCC-85B3-3CDA8D3D05A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Decline a workload before you build a compiler for it</a:t>
            </a:r>
          </a:p>
        </p:txBody>
      </p:sp>
      <p:sp>
        <p:nvSpPr>
          <p:cNvPr id="6" name="Text 4">
            <a:extLst xmlns:a="http://schemas.openxmlformats.org/drawingml/2006/main">
              <a:ext uri="{FF2B5EF4-FFF2-40B4-BE49-F238E27FC236}">
                <a16:creationId xmlns:a16="http://schemas.microsoft.com/office/drawing/2014/main" id="{484C000D-AB41-4E24-A3E2-8119CF5F6702}"/>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72C667E9-E68E-4146-B9AB-CDD7BC123A4B}"/>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CC227831-6E31-47E9-8BC5-E86BD763B5B9}"/>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D4A54"/>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0CB36790-9DEC-4886-8814-91E6263E4D17}"/>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F767A"/>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75702976-4271-4554-B064-5AD818FDE992}"/>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5FABEEB3-D93A-49DD-8B4A-17629D98BEAC}"/>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A4247"/>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3AFC5A08-21C9-4B9E-A46D-9F7D89FC2B72}"/>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7C1EE0E7-FB11-411A-99EA-043777542F05}"/>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9C6CAB95-B252-4BB9-A49E-156C616FAF57}"/>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F429579F-B3B8-4457-A284-445ED1529EF4}"/>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536BA493-DD2F-49AB-9C93-DE8EBBF0E7AE}"/>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26EA600F-6E9E-4858-A74D-01052C2DEB23}"/>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6FF00005-6513-4F26-93C8-E2574EB86B0B}"/>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FF126A45-CC77-4815-9EFF-261FD938693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B7916788-A386-411C-8A2B-7733DC86DE5A}"/>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83BCCB1E-7F34-48DA-91B8-6DD2AF3E0518}"/>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D4A54"/>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3FBFD5C4-2870-4105-B417-F99D61302669}"/>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EB353CB2-47BC-457A-B1AB-5FA6DD9A9B29}"/>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7798A"/>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40B3B6C0-18FE-4947-A43D-DA5BBD6043C2}"/>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9455B13B-5604-4B8E-8855-77ACF8B8EF85}"/>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F767A"/>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84466940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FA10BFD-7D7D-4EA8-91D4-C53262DEF8B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3F30592-C73A-4F79-AD1E-20C88F37BC1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C86246FE-8A96-4633-B6E2-C94EC5D3D49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METHODOLOGY</a:t>
            </a:r>
          </a:p>
        </p:txBody>
      </p:sp>
      <p:sp>
        <p:nvSpPr>
          <p:cNvPr id="5" name="Text 3">
            <a:extLst xmlns:a="http://schemas.openxmlformats.org/drawingml/2006/main">
              <a:ext uri="{FF2B5EF4-FFF2-40B4-BE49-F238E27FC236}">
                <a16:creationId xmlns:a16="http://schemas.microsoft.com/office/drawing/2014/main" id="{1FA8FAE0-A2C1-4A94-B453-B7C5B32F966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Three evidence tiers, ordered by what each can license</a:t>
            </a:r>
          </a:p>
        </p:txBody>
      </p:sp>
      <p:sp>
        <p:nvSpPr>
          <p:cNvPr id="6" name="Shape 4">
            <a:extLst xmlns:a="http://schemas.openxmlformats.org/drawingml/2006/main">
              <a:ext uri="{FF2B5EF4-FFF2-40B4-BE49-F238E27FC236}">
                <a16:creationId xmlns:a16="http://schemas.microsoft.com/office/drawing/2014/main" id="{10E7A239-72CC-4683-80D0-C0FB1ABA9D52}"/>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68ACA069-50AA-41D9-BDA6-797B222F4E43}"/>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D21AB53-1FAB-4085-A7F6-5C13B9C45860}"/>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7919B152-B53C-492A-9241-11FB0DFFC3F2}"/>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8E2FCAC2-C3F2-497E-B219-84281ABEFB8C}"/>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18580A80-9403-4ABE-B9EC-E6B44E069BB7}"/>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B5AE4C16-64E0-4252-A3E9-C271F8A4728A}"/>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387D8A9D-0A3E-42A3-9CED-1D040B73ED2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0F91CDDF-341C-4AF1-BE56-824F36DCCE13}"/>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02446CE3-BABB-4798-985A-E21635BF54D2}"/>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A84EE151-DDE1-4257-A0A2-A8AD5371EBF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FF67A329-42A2-4C76-B92A-0C17D4F9369C}"/>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201216DF-4A86-40B6-9F73-6AA552B568EC}"/>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6E4F01BA-E56F-444C-A694-E0173601A534}"/>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55C86AC5-5F3B-4735-B71C-687D96B998B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DFEE6610-CEC3-4846-8EC3-3F41CFE9DE3D}"/>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B5D6BDB4-6E35-47F8-8E59-259B70473C44}"/>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2AFCD0F2-5595-477C-A842-40E72771813A}"/>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602C2F97-5C2A-4591-BA01-97D9404C1931}"/>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284BB6C-C602-48C8-99ED-9EB36F07B990}"/>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D4A54"/>
                </a:solidFill>
                <a:latin typeface="Calibri"/>
                <a:ea typeface="Calibri"/>
                <a:cs typeface="Calibri"/>
              </a:rPr>
              <a:t>Every rejected candidate, the archived failed pilot, and the unsupported claims are retained rather than pruned </a:t>
            </a:r>
            <a:r>
              <a:rPr sz="1250">
                <a:solidFill>
                  <a:srgbClr val="2A4247"/>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20979005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0FBA99E-73BB-4004-9289-2B857D30161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8651E73-BCEA-4881-B74B-6E57F46E548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F1BDD051-7195-47FD-9E25-AE3C5DF4DC7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1  ·  RQ1 AND RQ3</a:t>
            </a:r>
          </a:p>
        </p:txBody>
      </p:sp>
      <p:sp>
        <p:nvSpPr>
          <p:cNvPr id="5" name="Text 3">
            <a:extLst xmlns:a="http://schemas.openxmlformats.org/drawingml/2006/main">
              <a:ext uri="{FF2B5EF4-FFF2-40B4-BE49-F238E27FC236}">
                <a16:creationId xmlns:a16="http://schemas.microsoft.com/office/drawing/2014/main" id="{2371272B-0A7E-4C4B-957E-BB27D52DC85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Provenance succeeds far more often than certification</a:t>
            </a:r>
          </a:p>
        </p:txBody>
      </p:sp>
      <p:sp>
        <p:nvSpPr>
          <p:cNvPr id="6" name="Text 4">
            <a:extLst xmlns:a="http://schemas.openxmlformats.org/drawingml/2006/main">
              <a:ext uri="{FF2B5EF4-FFF2-40B4-BE49-F238E27FC236}">
                <a16:creationId xmlns:a16="http://schemas.microsoft.com/office/drawing/2014/main" id="{F2428EE7-B852-4F10-BEC0-886E444157D7}"/>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Recurrence is fragmented: 714 candidate families exist, only 32 have support of at least five, and the best reaches 26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Of 32 attempted families, 12 synthesize. Their 36 held-out windows give 24 passes, 12 abstentions and zero wrong executions.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Zero wrong does not certify the programs. The gate needs 92 zero-violation groups, so every family retires.</a:t>
            </a:r>
          </a:p>
        </p:txBody>
      </p:sp>
      <p:sp>
        <p:nvSpPr>
          <p:cNvPr id="7" name="Shape 5">
            <a:extLst xmlns:a="http://schemas.openxmlformats.org/drawingml/2006/main">
              <a:ext uri="{FF2B5EF4-FFF2-40B4-BE49-F238E27FC236}">
                <a16:creationId xmlns:a16="http://schemas.microsoft.com/office/drawing/2014/main" id="{1422955C-1E2C-4452-AAA3-58F800AF249B}"/>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4D00D00-FBFD-43F4-A80F-3B74A385EAA8}"/>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A scientifically useful negative result. </a:t>
            </a:r>
            <a:r>
              <a:rPr sz="1200">
                <a:solidFill>
                  <a:srgbClr val="5A3A2E"/>
                </a:solidFill>
                <a:latin typeface="Calibri"/>
                <a:ea typeface="Calibri"/>
                <a:cs typeface="Calibri"/>
              </a:rPr>
              <a:t>It is what distinguishes a guarded compiler from a recurrence-only macro miner — and it exposes the data requirement instead of hiding it in a heuristic.</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35776b59d4cc4db8"/>
          </a:graphicData>
        </a:graphic>
      </p:graphicFrame>
      <p:sp>
        <p:nvSpPr>
          <p:cNvPr id="10" name="Shape 7">
            <a:extLst xmlns:a="http://schemas.openxmlformats.org/drawingml/2006/main">
              <a:ext uri="{FF2B5EF4-FFF2-40B4-BE49-F238E27FC236}">
                <a16:creationId xmlns:a16="http://schemas.microsoft.com/office/drawing/2014/main" id="{33EB62EF-4209-4C11-8062-83175421182D}"/>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A56060D6-B9C9-4571-B9BC-AE286AFD4181}"/>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1,207 / 1,415</a:t>
            </a:r>
          </a:p>
        </p:txBody>
      </p:sp>
      <p:sp>
        <p:nvSpPr>
          <p:cNvPr id="12" name="Text 9">
            <a:extLst xmlns:a="http://schemas.openxmlformats.org/drawingml/2006/main">
              <a:ext uri="{FF2B5EF4-FFF2-40B4-BE49-F238E27FC236}">
                <a16:creationId xmlns:a16="http://schemas.microsoft.com/office/drawing/2014/main" id="{63274AC7-0705-41CB-B75E-3B2F048C8A4C}"/>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complete groundable windows (85.3%)</a:t>
            </a:r>
          </a:p>
        </p:txBody>
      </p:sp>
      <p:sp>
        <p:nvSpPr>
          <p:cNvPr id="13" name="Shape 10">
            <a:extLst xmlns:a="http://schemas.openxmlformats.org/drawingml/2006/main">
              <a:ext uri="{FF2B5EF4-FFF2-40B4-BE49-F238E27FC236}">
                <a16:creationId xmlns:a16="http://schemas.microsoft.com/office/drawing/2014/main" id="{B25CA90A-B144-4DB9-B114-355D901BD859}"/>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5238B9BA-4DD5-4EDA-94B5-C9699300FF10}"/>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 / 32</a:t>
            </a:r>
          </a:p>
        </p:txBody>
      </p:sp>
      <p:sp>
        <p:nvSpPr>
          <p:cNvPr id="15" name="Text 12">
            <a:extLst xmlns:a="http://schemas.openxmlformats.org/drawingml/2006/main">
              <a:ext uri="{FF2B5EF4-FFF2-40B4-BE49-F238E27FC236}">
                <a16:creationId xmlns:a16="http://schemas.microsoft.com/office/drawing/2014/main" id="{5823BB7A-6AAA-4440-AB74-9A660E230C7C}"/>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families synthesized</a:t>
            </a:r>
          </a:p>
        </p:txBody>
      </p:sp>
      <p:sp>
        <p:nvSpPr>
          <p:cNvPr id="16" name="Shape 13">
            <a:extLst xmlns:a="http://schemas.openxmlformats.org/drawingml/2006/main">
              <a:ext uri="{FF2B5EF4-FFF2-40B4-BE49-F238E27FC236}">
                <a16:creationId xmlns:a16="http://schemas.microsoft.com/office/drawing/2014/main" id="{0B9E6D30-BD7C-497B-B5A2-F2E0C12C138A}"/>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87C78687-4656-46F2-8D2B-6553A3318E84}"/>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EAD32D67-4545-448F-BFB2-9988E3237018}"/>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E3406447-0F40-4620-9CC4-74ECB617D99D}"/>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98C6757-D8EA-43B5-BF2E-0BEFCBB93E62}"/>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A47F989C-281F-4ED7-B81D-B640FA868EC6}"/>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certifiable families</a:t>
            </a:r>
          </a:p>
        </p:txBody>
      </p:sp>
    </p:spTree>
    <p:extLst>
      <p:ext uri="{BB962C8B-B14F-4D97-AF65-F5344CB8AC3E}">
        <p14:creationId xmlns:p14="http://schemas.microsoft.com/office/powerpoint/2010/main" val="16645192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0FBA99E-73BB-4004-9289-2B857D301612}"/>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8651E73-BCEA-4881-B74B-6E57F46E548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15</a:t>
            </a:r>
          </a:p>
        </p:txBody>
      </p:sp>
      <p:sp>
        <p:nvSpPr>
          <p:cNvPr id="4" name="Text 2">
            <a:extLst xmlns:a="http://schemas.openxmlformats.org/drawingml/2006/main">
              <a:ext uri="{FF2B5EF4-FFF2-40B4-BE49-F238E27FC236}">
                <a16:creationId xmlns:a16="http://schemas.microsoft.com/office/drawing/2014/main" id="{F1BDD051-7195-47FD-9E25-AE3C5DF4DC7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RQ6  ·  WORKFLOW-FAMILY TRANSFER</a:t>
            </a:r>
          </a:p>
        </p:txBody>
      </p:sp>
      <p:sp>
        <p:nvSpPr>
          <p:cNvPr id="5" name="Text 3">
            <a:extLst xmlns:a="http://schemas.openxmlformats.org/drawingml/2006/main">
              <a:ext uri="{FF2B5EF4-FFF2-40B4-BE49-F238E27FC236}">
                <a16:creationId xmlns:a16="http://schemas.microsoft.com/office/drawing/2014/main" id="{2371272B-0A7E-4C4B-957E-BB27D52DC85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Efficiency transfers; manual programs remain the runtime baseline</a:t>
            </a:r>
          </a:p>
        </p:txBody>
      </p:sp>
      <p:sp>
        <p:nvSpPr>
          <p:cNvPr id="6" name="Text 4">
            <a:extLst xmlns:a="http://schemas.openxmlformats.org/drawingml/2006/main">
              <a:ext uri="{FF2B5EF4-FFF2-40B4-BE49-F238E27FC236}">
                <a16:creationId xmlns:a16="http://schemas.microsoft.com/office/drawing/2014/main" id="{F2428EE7-B852-4F10-BEC0-886E444157D7}"/>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Issue-type routing, PR-outcome audit, and backlog-attention routing use distinct tools and exact graders over one pinned public snapshot.</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Compiled programs reach 90/90 exact outcomes versus 89/90 baseline.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1422955C-1E2C-4452-AAA3-58F800AF249B}"/>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4D00D00-FBFD-43F4-A80F-3B74A385EAA8}"/>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The two new families compile verified three-read pre-model programs; the original issue family retains its conservative two-read prefix.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584825a2fe5f4db2"/>
          </a:graphicData>
        </a:graphic>
      </p:graphicFrame>
      <p:sp>
        <p:nvSpPr>
          <p:cNvPr id="10" name="Shape 7">
            <a:extLst xmlns:a="http://schemas.openxmlformats.org/drawingml/2006/main">
              <a:ext uri="{FF2B5EF4-FFF2-40B4-BE49-F238E27FC236}">
                <a16:creationId xmlns:a16="http://schemas.microsoft.com/office/drawing/2014/main" id="{33EB62EF-4209-4C11-8062-83175421182D}"/>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A56060D6-B9C9-4571-B9BC-AE286AFD4181}"/>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63274AC7-0705-41CB-B75E-3B2F048C8A4C}"/>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B25CA90A-B144-4DB9-B114-355D901BD859}"/>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5238B9BA-4DD5-4EDA-94B5-C9699300FF10}"/>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5823BB7A-6AAA-4440-AB74-9A660E230C7C}"/>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0B9E6D30-BD7C-497B-B5A2-F2E0C12C138A}"/>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87C78687-4656-46F2-8D2B-6553A3318E84}"/>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EAD32D67-4545-448F-BFB2-9988E3237018}"/>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E3406447-0F40-4620-9CC4-74ECB617D99D}"/>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98C6757-D8EA-43B5-BF2E-0BEFCBB93E62}"/>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47F989C-281F-4ED7-B81D-B640FA868EC6}"/>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manual exact; no runtime dominance</a:t>
            </a:r>
          </a:p>
        </p:txBody>
      </p:sp>
    </p:spTree>
    <p:extLst>
      <p:ext uri="{BB962C8B-B14F-4D97-AF65-F5344CB8AC3E}">
        <p14:creationId xmlns:p14="http://schemas.microsoft.com/office/powerpoint/2010/main" val="166451925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EEC307A-35F9-493F-8D7C-ECE3D3D361D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A29E111-AD99-45A8-984D-83FFFC1B2AD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1660AE52-5064-486C-B4EA-AD6BAB70BC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RQ2</a:t>
            </a:r>
          </a:p>
        </p:txBody>
      </p:sp>
      <p:sp>
        <p:nvSpPr>
          <p:cNvPr id="5" name="Text 3">
            <a:extLst xmlns:a="http://schemas.openxmlformats.org/drawingml/2006/main">
              <a:ext uri="{FF2B5EF4-FFF2-40B4-BE49-F238E27FC236}">
                <a16:creationId xmlns:a16="http://schemas.microsoft.com/office/drawing/2014/main" id="{9CF24DEC-7598-421F-9E43-B8527D4694C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30 unseen real issues: 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4930f45f382e4024"/>
          </a:graphicData>
        </a:graphic>
      </p:graphicFrame>
      <p:sp>
        <p:nvSpPr>
          <p:cNvPr id="7" name="Shape 4">
            <a:extLst xmlns:a="http://schemas.openxmlformats.org/drawingml/2006/main">
              <a:ext uri="{FF2B5EF4-FFF2-40B4-BE49-F238E27FC236}">
                <a16:creationId xmlns:a16="http://schemas.microsoft.com/office/drawing/2014/main" id="{B59B1FCF-70A2-478C-86D8-C35A3F5312D1}"/>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E16D2229-F357-405C-A6D2-FF8BC4099753}"/>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40837D03-C7D4-462F-837B-FD4B69462883}"/>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6B3875EE-1472-4C1B-B74F-CEE8ACBBCBC7}"/>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590D27D8-08C1-40C2-BCF6-F2FF3BE482E3}"/>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DB2130BB-4995-46D8-99D7-BC95ABAD1367}"/>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C80CE827-9631-4E56-BE94-67626BAB0469}"/>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80FB1C2C-3415-44D3-91BC-04C5833D450F}"/>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39D71D2E-3058-43CE-98F9-DABCA06F4A97}"/>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B6610770-486B-407E-BDDF-70FCA26D37F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42FF701-B6D1-4538-89EA-10DED97B4EF9}"/>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C1C7239-6F8C-4ED6-8E4B-26E5435254F4}"/>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D8336D4B-EAAD-43C6-82A4-BF0A1581AF57}"/>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276D1E70-969C-40B3-BBE4-3B1BCBAA7C4F}"/>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DE7DB35A-E3DA-4848-864D-B4EA364C095E}"/>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B8ECB7C4-7743-4A88-AB85-45AC7145EA17}"/>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3CA33CF3-3176-458C-9B8C-A82BEB5B6B86}"/>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7798A"/>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8C3EA247-C3B9-4FEC-9E44-71F51443F3B6}"/>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exact task contracts</a:t>
            </a:r>
          </a:p>
        </p:txBody>
      </p:sp>
    </p:spTree>
    <p:extLst>
      <p:ext uri="{BB962C8B-B14F-4D97-AF65-F5344CB8AC3E}">
        <p14:creationId xmlns:p14="http://schemas.microsoft.com/office/powerpoint/2010/main" val="15782662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BC303BD-98C4-4972-8E79-271C9F476F5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4B68D2E-09DC-4875-A9D4-9C889868613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B31A51C1-4FCE-4169-B24C-9863E9A2C33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3  ·  THE DEPTH TRADE-OFF</a:t>
            </a:r>
          </a:p>
        </p:txBody>
      </p:sp>
      <p:sp>
        <p:nvSpPr>
          <p:cNvPr id="5" name="Text 3">
            <a:extLst xmlns:a="http://schemas.openxmlformats.org/drawingml/2006/main">
              <a:ext uri="{FF2B5EF4-FFF2-40B4-BE49-F238E27FC236}">
                <a16:creationId xmlns:a16="http://schemas.microsoft.com/office/drawing/2014/main" id="{D59019E6-D8A9-4130-9E17-5E36F6A9202A}"/>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Preservation is not invariant to how deep you compile</a:t>
            </a:r>
          </a:p>
        </p:txBody>
      </p:sp>
      <p:sp>
        <p:nvSpPr>
          <p:cNvPr id="6" name="Shape 4">
            <a:extLst xmlns:a="http://schemas.openxmlformats.org/drawingml/2006/main">
              <a:ext uri="{FF2B5EF4-FFF2-40B4-BE49-F238E27FC236}">
                <a16:creationId xmlns:a16="http://schemas.microsoft.com/office/drawing/2014/main" id="{D5BBAE56-6259-42C9-849B-F934E438F8D9}"/>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84C076D-65C2-49C7-9405-0A9115988BB3}"/>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D4A54"/>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D0441E00-886E-4698-B071-5AEE55178A21}"/>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89398951-A8B4-4511-8A9F-25169B33EE4F}"/>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10103A56-BC52-4715-96BD-C9F34E30D562}"/>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EA102B2E-77C1-4DCB-8CD9-3F290E43C7BC}"/>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C41AF44C-013D-4B75-BB1D-9E7E734FFCA6}"/>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5105BDA2-B61E-4674-B31C-59D46A7A7BCF}"/>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06B07DBD-4B54-4B3B-8227-D74E37D8341B}"/>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CF7DC685-9184-4BD2-BF85-4141486656F8}"/>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98409E27-3417-4DFD-A58A-9F21E99CEFED}"/>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F8F82C89-E05F-4C44-9CE5-E8D6EC4924FD}"/>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C4A2C"/>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5A01506A-1C99-4089-886F-2EFC2971CB41}"/>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7FF7E91A-6ECC-49C4-B373-F8D20B13A0EC}"/>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84D6A9DE-5941-4F97-A14B-21BBEB9B0482}"/>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FC5A91A6-C09C-4194-8754-1385CEDCBDB0}"/>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1842A373-FAB8-4012-85B5-5C43FC7A66EC}"/>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B293FB11-4823-4B32-8B1C-42C8BF3C1726}"/>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C3F4BBF9-7E54-4F49-9CE2-2988CF0BE414}"/>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64E713F6-A0F9-4E09-B8CA-53BBB917B3F5}"/>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3A2E"/>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3DF207FA-ABD5-4768-9580-F5B0DE7D96D0}"/>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978E167D-8FFB-48C9-A9B0-AA167F9D9430}"/>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D6C67D28-31A7-4D27-9EA4-7C0B589559BA}"/>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58884649-006F-4EB9-9905-6C459C8543FC}"/>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4ECF5234-C3BE-4836-B1AD-CF1B92AE18B2}"/>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A4247"/>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55169055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99D59D-2351-4B13-9B05-9896DB0AED1A}"/>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BCFCC65-6BFA-4EF9-85BD-54521ABB2DA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14D77603-58B9-42DD-955C-36CB3111F3F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4  ·  RQ4</a:t>
            </a:r>
          </a:p>
        </p:txBody>
      </p:sp>
      <p:sp>
        <p:nvSpPr>
          <p:cNvPr id="5" name="Text 3">
            <a:extLst xmlns:a="http://schemas.openxmlformats.org/drawingml/2006/main">
              <a:ext uri="{FF2B5EF4-FFF2-40B4-BE49-F238E27FC236}">
                <a16:creationId xmlns:a16="http://schemas.microsoft.com/office/drawing/2014/main" id="{6A4686B3-3E96-4645-9385-0D00DE862C40}"/>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Token saving and cost saving can have opposite signs</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a1a7e79b88304c3a"/>
          </a:graphicData>
        </a:graphic>
      </p:graphicFrame>
      <p:sp>
        <p:nvSpPr>
          <p:cNvPr id="7" name="Shape 4">
            <a:extLst xmlns:a="http://schemas.openxmlformats.org/drawingml/2006/main">
              <a:ext uri="{FF2B5EF4-FFF2-40B4-BE49-F238E27FC236}">
                <a16:creationId xmlns:a16="http://schemas.microsoft.com/office/drawing/2014/main" id="{7E244193-3424-440C-BE42-C4FAAA460690}"/>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09E7C1C3-377A-4165-ADE9-11C2AFF5419E}"/>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D4A54"/>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D88B8067-BB50-4130-B88D-F0809551C321}"/>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3A5257"/>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FC70D6FC-1A40-4B8A-B4A3-D3BE616D4059}"/>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2A7BF60C-37CB-4440-BEF6-9F8A646F477B}"/>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656516CD-B8A2-4843-9BFF-9FDF985CEE1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4D5667C3-87A9-4E71-A91A-155EACD63EC2}"/>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176F46CB-0300-4EE0-9692-77E5FA7CE3D9}"/>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83F4CA3E-E46A-457F-A0B4-5CBBB72C5CA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28631543-BADE-4DF4-AC96-00072B4F65F2}"/>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A4247"/>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03670438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CAC2B3-FFCC-4FC5-B878-A34BE19A99F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B91F973-A6E9-498F-A73E-A1401DB2979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DF145F2A-F2C9-44B7-B4B5-FBF02FCAE36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COMPARATOR THAT MATTERS</a:t>
            </a:r>
          </a:p>
        </p:txBody>
      </p:sp>
      <p:sp>
        <p:nvSpPr>
          <p:cNvPr id="5" name="Text 3">
            <a:extLst xmlns:a="http://schemas.openxmlformats.org/drawingml/2006/main">
              <a:ext uri="{FF2B5EF4-FFF2-40B4-BE49-F238E27FC236}">
                <a16:creationId xmlns:a16="http://schemas.microsoft.com/office/drawing/2014/main" id="{7C7186E8-925E-4434-A638-D6208139F18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Before GCS, the hand macro is the stronger fixed-workflow baseline</a:t>
            </a:r>
          </a:p>
        </p:txBody>
      </p:sp>
      <p:sp>
        <p:nvSpPr>
          <p:cNvPr id="6" name="Text 4">
            <a:extLst xmlns:a="http://schemas.openxmlformats.org/drawingml/2006/main">
              <a:ext uri="{FF2B5EF4-FFF2-40B4-BE49-F238E27FC236}">
                <a16:creationId xmlns:a16="http://schemas.microsoft.com/office/drawing/2014/main" id="{CCF7C199-6E6D-44D6-B057-27580600F28C}"/>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Against partial GRC, the hand-written composite matches exact quality and request savings while using one interface and fewer tokens. This is the correct baseline for a stable read set.</a:t>
            </a:r>
          </a:p>
        </p:txBody>
      </p:sp>
      <p:sp>
        <p:nvSpPr>
          <p:cNvPr id="7" name="Text 5">
            <a:extLst xmlns:a="http://schemas.openxmlformats.org/drawingml/2006/main">
              <a:ext uri="{FF2B5EF4-FFF2-40B4-BE49-F238E27FC236}">
                <a16:creationId xmlns:a16="http://schemas.microsoft.com/office/drawing/2014/main" id="{2E971890-AFBB-4210-A5AE-8A87470E48BD}"/>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Tier-1 support evidence gathering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0.726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0.755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Permissioned RAG knowledge assistant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0.335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0.718</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Multi-agent incident triage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0.922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0.780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Multi-tenant MCP ops (negative control)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0.724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Order-fulfillment exception handling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0.661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0.642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1262D91E-1819-402D-ABD1-D8BBBD1EFA9B}"/>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F767A"/>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DE8FC14F-BC9A-48EA-BDAC-241AC44FEDF8}"/>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C31C9154-0E42-48B1-AAFA-86383A60317C}"/>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33E4E41B-A593-48CD-9B10-5C3583E0286E}"/>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F38C8CB-2848-401F-91BE-A2BB5774CA81}"/>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8599F66A-2D71-4348-BDBF-C1147639AD74}"/>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468D5A6B-75E2-48F6-BE01-A150E6E4A54D}"/>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D9527E66-9F7E-4BA3-A2FC-10E2C79434B5}"/>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089D14B1-B833-4378-B490-9FB941AC0828}"/>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7C915287-0AA9-40D7-8A41-1AB1D4B7D31E}"/>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F85380C3-0B69-42D6-9E51-D8B93381A6E6}"/>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E96EA5E8-2331-42AF-AF34-34A8BA23810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6ADB69A1-63C1-4D69-A79A-6B6A7CF57C8B}"/>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Live confirmation: </a:t>
            </a:r>
            <a:r>
              <a:rPr sz="1200">
                <a:solidFill>
                  <a:srgbClr val="2A4247"/>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83791228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CAC2B3-FFCC-4FC5-B878-A34BE19A99F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B91F973-A6E9-498F-A73E-A1401DB2979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DF145F2A-F2C9-44B7-B4B5-FBF02FCAE36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COMPARATORS  ·  FAIR PRE-MODEL PLACEMENT + GEPA</a:t>
            </a:r>
          </a:p>
        </p:txBody>
      </p:sp>
      <p:sp>
        <p:nvSpPr>
          <p:cNvPr id="5" name="Text 3">
            <a:extLst xmlns:a="http://schemas.openxmlformats.org/drawingml/2006/main">
              <a:ext uri="{FF2B5EF4-FFF2-40B4-BE49-F238E27FC236}">
                <a16:creationId xmlns:a16="http://schemas.microsoft.com/office/drawing/2014/main" id="{7C7186E8-925E-4434-A638-D6208139F18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CCF7C199-6E6D-44D6-B057-27580600F28C}"/>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2E971890-AFBB-4210-A5AE-8A87470E48BD}"/>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Unchanged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GEPA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GCS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GCS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Manual pre-model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1262D91E-1819-402D-ABD1-D8BBBD1EFA9B}"/>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DE8FC14F-BC9A-48EA-BDAC-241AC44FEDF8}"/>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C31C9154-0E42-48B1-AAFA-86383A60317C}"/>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33E4E41B-A593-48CD-9B10-5C3583E0286E}"/>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F38C8CB-2848-401F-91BE-A2BB5774CA81}"/>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8599F66A-2D71-4348-BDBF-C1147639AD74}"/>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468D5A6B-75E2-48F6-BE01-A150E6E4A54D}"/>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D9527E66-9F7E-4BA3-A2FC-10E2C79434B5}"/>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089D14B1-B833-4378-B490-9FB941AC0828}"/>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7C915287-0AA9-40D7-8A41-1AB1D4B7D31E}"/>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F85380C3-0B69-42D6-9E51-D8B93381A6E6}"/>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E96EA5E8-2331-42AF-AF34-34A8BA23810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6ADB69A1-63C1-4D69-A79A-6B6A7CF57C8B}"/>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Fair placement removes the confound: GCS and manual execution tie structurally at 6/6 exact quality. GEPA retains its seed after 14 task evaluations; 59 optimization requests are accounted separately. One family, six held-out cases.</a:t>
            </a:r>
          </a:p>
        </p:txBody>
      </p:sp>
    </p:spTree>
    <p:extLst>
      <p:ext uri="{BB962C8B-B14F-4D97-AF65-F5344CB8AC3E}">
        <p14:creationId xmlns:p14="http://schemas.microsoft.com/office/powerpoint/2010/main" val="183791228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1F424D0-CEC8-4ECB-AA11-BB19B66D8559}"/>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576A05-E2DB-4F2A-8CD3-AFE0859A396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C22745E4-7594-4E90-B31D-76662F8EE38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5  ·  RQ5</a:t>
            </a:r>
          </a:p>
        </p:txBody>
      </p:sp>
      <p:sp>
        <p:nvSpPr>
          <p:cNvPr id="5" name="Text 3">
            <a:extLst xmlns:a="http://schemas.openxmlformats.org/drawingml/2006/main">
              <a:ext uri="{FF2B5EF4-FFF2-40B4-BE49-F238E27FC236}">
                <a16:creationId xmlns:a16="http://schemas.microsoft.com/office/drawing/2014/main" id="{4D528470-0EDB-49DB-B354-5F27B581E778}"/>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portfolio layer that only compares things it has measured</a:t>
            </a:r>
          </a:p>
        </p:txBody>
      </p:sp>
      <p:sp>
        <p:nvSpPr>
          <p:cNvPr id="6" name="Text 4">
            <a:extLst xmlns:a="http://schemas.openxmlformats.org/drawingml/2006/main">
              <a:ext uri="{FF2B5EF4-FFF2-40B4-BE49-F238E27FC236}">
                <a16:creationId xmlns:a16="http://schemas.microsoft.com/office/drawing/2014/main" id="{33324CC1-BE30-49BB-B843-1E4D0B62CB6D}"/>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3e7a999f88744db4"/>
          </a:graphicData>
        </a:graphic>
      </p:graphicFrame>
      <p:sp>
        <p:nvSpPr>
          <p:cNvPr id="8" name="Text 5">
            <a:extLst xmlns:a="http://schemas.openxmlformats.org/drawingml/2006/main">
              <a:ext uri="{FF2B5EF4-FFF2-40B4-BE49-F238E27FC236}">
                <a16:creationId xmlns:a16="http://schemas.microsoft.com/office/drawing/2014/main" id="{1BD9B4C3-C0FC-493C-A2B8-2C9CC3BD8729}"/>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5EA1DCB4-A9D0-409A-A992-1662BC1B8C7D}"/>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747D6464-60A8-457E-A091-BD05930FDDFD}"/>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4B368126-7F90-4ACB-B897-C8846D7BDB75}"/>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7798A"/>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E02F3B0B-37F5-45F9-892E-474251BD115D}"/>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0BEEAB4C-1A92-4F98-90CE-976EFDF70C77}"/>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D4AC70F0-6E48-46AF-83D6-296961AF2581}"/>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FF10F5F8-711C-4639-8924-CF32A14B652A}"/>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32BBBB49-689E-42BF-8D68-90646D1F209D}"/>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00D3680F-3DC7-47A4-ADF4-278E7A543F1F}"/>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079FD012-3391-4031-B274-41D32C581BE3}"/>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4538C00A-E4BD-42E9-A068-456962B859F1}"/>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E4FDEDF0-9291-4947-BD76-5D2F505215AD}"/>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11BFB884-42A0-4014-BCC8-1F358F1FEF54}"/>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6D08E918-ADE9-4B59-B447-6FBBC810C4D8}"/>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3371787C-072B-42F9-BF8A-857F56762B1E}"/>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2CF01001-3385-4D3E-B164-CDF2E67B439F}"/>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7ECE7"/>
          </a:solidFill>
          <a:ln xmlns:a="http://schemas.openxmlformats.org/drawingml/2006/main" w="9525">
            <a:solidFill>
              <a:srgbClr val="EBD5CC"/>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3E8FFDAA-6308-4F4F-91AE-1215C0CB0590}"/>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A3A2E"/>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42809089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2D0203F-C441-4750-B35F-C5940EB9F0A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734279E-414F-4B20-8160-F49B8981554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124B59A0-0620-4A62-A965-E9AA19BD8C6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LIMITATIONS AND THREATS TO VALIDITY</a:t>
            </a:r>
          </a:p>
        </p:txBody>
      </p:sp>
      <p:sp>
        <p:nvSpPr>
          <p:cNvPr id="5" name="Text 3">
            <a:extLst xmlns:a="http://schemas.openxmlformats.org/drawingml/2006/main">
              <a:ext uri="{FF2B5EF4-FFF2-40B4-BE49-F238E27FC236}">
                <a16:creationId xmlns:a16="http://schemas.microsoft.com/office/drawing/2014/main" id="{6A9CF75E-5A6D-4B57-91DC-F2233AC6DCA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Five claims the evidence deliberately does not support</a:t>
            </a:r>
          </a:p>
        </p:txBody>
      </p:sp>
      <p:sp>
        <p:nvSpPr>
          <p:cNvPr id="6" name="Shape 4">
            <a:extLst xmlns:a="http://schemas.openxmlformats.org/drawingml/2006/main">
              <a:ext uri="{FF2B5EF4-FFF2-40B4-BE49-F238E27FC236}">
                <a16:creationId xmlns:a16="http://schemas.microsoft.com/office/drawing/2014/main" id="{04068910-ACEF-4785-880A-31F212D5FE5E}"/>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965E0F47-CADA-4177-98E2-443AE79FCD1E}"/>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E7E49C9-C2E1-4E69-8915-1255EE7CB640}"/>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158175AB-9C78-412C-8121-F2B162E35AC5}"/>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D8911589-4AD6-4D2E-BC1C-18B356042426}"/>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EA62080D-8DFA-4E46-BF17-299073F283B8}"/>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E6C63E8-3F1A-4F6B-84CF-FCF7E243DF25}"/>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FE73C95-C9EF-4EBA-B93D-662239771851}"/>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78206E7C-DC2D-4DE6-B9E7-8DD2BA23319A}"/>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EA97670-11A8-45EA-87C1-FE41F6152A78}"/>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66EB99D7-D37A-4562-BBCA-2707BAD2C95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0981754E-A6CD-46D5-897B-3402C3293909}"/>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8FB6F049-4DE6-44A0-9F13-7AAD3F181A98}"/>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2CC8A5DF-BC51-42D1-955D-79DF9EF652D9}"/>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3F5A85E6-3701-4313-B807-28AB00E24C55}"/>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8D62DA20-BD4B-4B8F-B68C-95B305DFC224}"/>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25DBDB07-6B17-45A5-BE34-04D4995EB968}"/>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AA121019-AD2D-4513-8DB1-9F9983919F69}"/>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522B9EB1-E24E-46FD-B8B6-5566620FC39A}"/>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9B5A1247-5766-4C22-9249-C99FB6FB9A28}"/>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318A738-D241-4DB5-B741-AD4870477268}"/>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F61AD632-16ED-46F4-9E3C-BE841F8EC03B}"/>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A65B11D1-BFF8-4121-9C62-05EE4EC800A4}"/>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A6B9AD1-CC92-4D39-ABE3-D6C423062123}"/>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53DAB653-DBF3-42DD-B479-18F60E9B7185}"/>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C202DE46-DB98-489B-AE63-0AAD432B59B1}"/>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8257EDFC-2132-42D8-9E21-5C31C41A64A1}"/>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D4A54"/>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7D538046-5D02-4FC3-9D4C-3C05F52F993D}"/>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Discovery is costly; risk is artifact-specific</a:t>
            </a:r>
          </a:p>
        </p:txBody>
      </p:sp>
    </p:spTree>
    <p:extLst>
      <p:ext uri="{BB962C8B-B14F-4D97-AF65-F5344CB8AC3E}">
        <p14:creationId xmlns:p14="http://schemas.microsoft.com/office/powerpoint/2010/main" val="1456158940"/>
      </p:ext>
    </p:extLst>
  </p:cSld>
</p:sld>
</file>

<file path=ppt/slides/slide23.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B4712F-5230-4656-A9E8-36B75FE4D6C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4C6B70"/>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6886FEC-884C-4B40-B3E0-CB6210E74258}"/>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4C6B70"/>
                </a:solidFill>
                <a:latin typeface="Calibri"/>
                <a:ea typeface="Calibri"/>
                <a:cs typeface="Calibri"/>
              </a:rPr>
              <a:t>23</a:t>
            </a:r>
          </a:p>
        </p:txBody>
      </p:sp>
      <p:sp>
        <p:nvSpPr>
          <p:cNvPr id="4" name="Shape 2">
            <a:extLst xmlns:a="http://schemas.openxmlformats.org/drawingml/2006/main">
              <a:ext uri="{FF2B5EF4-FFF2-40B4-BE49-F238E27FC236}">
                <a16:creationId xmlns:a16="http://schemas.microsoft.com/office/drawing/2014/main" id="{50A1D5EE-C090-4B8F-A3CC-5BC7EC1B4126}"/>
              </a:ext>
            </a:extLst>
          </p:cNvPr>
          <p:cNvSpPr>
            <a:spLocks xmlns:a="http://schemas.openxmlformats.org/drawingml/2006/main" noGrp="1"/>
          </p:cNvSpPr>
          <p:nvPr/>
        </p:nvSpPr>
        <p:spPr>
          <a:xfrm xmlns:a="http://schemas.openxmlformats.org/drawingml/2006/main">
            <a:off x="11201400" y="4892040"/>
            <a:ext cx="4023360" cy="40233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E418D7B6-4E18-4B32-88A0-0DC945DEE022}"/>
              </a:ext>
            </a:extLst>
          </p:cNvPr>
          <p:cNvSpPr>
            <a:spLocks xmlns:a="http://schemas.openxmlformats.org/drawingml/2006/main" noGrp="1"/>
          </p:cNvSpPr>
          <p:nvPr/>
        </p:nvSpPr>
        <p:spPr>
          <a:xfrm xmlns:a="http://schemas.openxmlformats.org/drawingml/2006/main">
            <a:off x="11932920" y="5623560"/>
            <a:ext cx="2011680" cy="2011680"/>
          </a:xfrm>
          <a:prstGeom xmlns:a="http://schemas.openxmlformats.org/drawingml/2006/main" prst="ellipse">
            <a:avLst/>
          </a:prstGeom>
          <a:solidFill xmlns:a="http://schemas.openxmlformats.org/drawingml/2006/main">
            <a:srgbClr val="17798A">
              <a:alpha val="50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221E3EFB-29A8-4F85-825F-DD1E449C6F1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EA3B0"/>
                </a:solidFill>
                <a:latin typeface="Calibri"/>
                <a:ea typeface="Calibri"/>
                <a:cs typeface="Calibri"/>
              </a:rPr>
              <a:t>TAKEAWAYS</a:t>
            </a:r>
          </a:p>
        </p:txBody>
      </p:sp>
      <p:sp>
        <p:nvSpPr>
          <p:cNvPr id="7" name="Text 5">
            <a:extLst xmlns:a="http://schemas.openxmlformats.org/drawingml/2006/main">
              <a:ext uri="{FF2B5EF4-FFF2-40B4-BE49-F238E27FC236}">
                <a16:creationId xmlns:a16="http://schemas.microsoft.com/office/drawing/2014/main" id="{3DEF5C89-330C-4EEB-9F79-53148D00F85E}"/>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agent optimizer by what it refuses, not only by what it compresses</a:t>
            </a:r>
          </a:p>
        </p:txBody>
      </p:sp>
      <p:sp>
        <p:nvSpPr>
          <p:cNvPr id="8" name="Shape 6">
            <a:extLst xmlns:a="http://schemas.openxmlformats.org/drawingml/2006/main">
              <a:ext uri="{FF2B5EF4-FFF2-40B4-BE49-F238E27FC236}">
                <a16:creationId xmlns:a16="http://schemas.microsoft.com/office/drawing/2014/main" id="{A07DC257-081F-4A86-8594-E5438A5E2AAA}"/>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359064C-D56C-4676-BA12-5A756707C3BA}"/>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2E2E96E3-68A3-4DCB-B6F6-601E2BE97FA0}"/>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E6B5BCC4-423A-43BD-9221-87FB43A6C0A1}"/>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7A925616-EC9B-4A6C-86FB-A1FA20607155}"/>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42CB2DCC-09D2-4E1A-9069-0E734AD34E6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F93AD070-6D64-40B3-8008-A777D4F5B742}"/>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6B6DF907-881C-4972-9A7C-D279C3C4EF19}"/>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66B4504F-26F8-4D7D-B559-9CAE582975AE}"/>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544FDEEC-6CCD-453E-AD35-2EEDB194525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1B568BBC-11C8-4851-B222-E8D33CBE577F}"/>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FCCD5285-65A3-44F5-AC45-A3A47A78177A}"/>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2E05827A-D818-4FB6-8900-77BF892AEF1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F87831E4-252B-4671-B9BF-CD126F66419A}"/>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F4BB75ED-B7DB-4576-86B8-2A35E4410B74}"/>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D98F356F-16B8-40D3-A191-599FE6B94100}"/>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B5E7B106-3F7E-4422-86F2-8363113BB3DD}"/>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C6B70"/>
                </a:solidFill>
                <a:latin typeface="Calibri"/>
                <a:ea typeface="Calibri"/>
                <a:cs typeface="Calibri"/>
              </a:rPr>
              <a:t>Compiling Recurrent Agent Workflows into Guarded Programs  ·  artifact includes pinned data snapshots, raw results, and an adversarial self-review</a:t>
            </a:r>
          </a:p>
        </p:txBody>
      </p:sp>
    </p:spTree>
    <p:extLst>
      <p:ext uri="{BB962C8B-B14F-4D97-AF65-F5344CB8AC3E}">
        <p14:creationId xmlns:p14="http://schemas.microsoft.com/office/powerpoint/2010/main" val="79666031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2026-08-05T17:27:46.7150000Z</dcterms:created>
  <dcterms:modified xsi:type="dcterms:W3CDTF">2026-08-05T17:27:46.7150000Z</dcterms:modified>
</coreProperties>
</file>